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54a3e3b92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54a3e3b92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54a3e3b92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54a3e3b92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full elevator pitch on this slide - this can be the background for during it. Just encompass these points in the elevator pitch.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54a3e3b92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54a3e3b92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full elevator pitch on this slide - this can be the background for during it. Just encompass these points in the elevator pitch.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54a3e3b92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54a3e3b92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TECH STACK SCHPEEL HERE !!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4a3e3b92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4a3e3b92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full elevator pitch on this slide - this can be the background for during it. Just encompass these points in the elevator pitch.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4a3e3b92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54a3e3b92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4a3e3b92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4a3e3b92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full elevator pitch on this slide - this can be the background for during it. Just encompass these points in the elevator pitch.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4a3e3b92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4a3e3b92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Dice Museum App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Alim, Peter, &amp; Sam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Victor Norman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44325" y="2183100"/>
            <a:ext cx="4045200" cy="7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Vision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776675" y="307100"/>
            <a:ext cx="4078200" cy="4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Guide patrons through a tour of the displays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Provide information of the museum and its contents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Ensure our app does not replace the role of the docents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Social, aesthetic, transparency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44325" y="2183100"/>
            <a:ext cx="4045200" cy="7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4776675" y="307100"/>
            <a:ext cx="4078200" cy="4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Allow non-coders to keep the app updated through a CMS system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○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Every content element on base app updateable through CMS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Utilize bluetooth beacons for a guided tour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Docent created video content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200"/>
              <a:t>Demo</a:t>
            </a:r>
            <a:endParaRPr sz="8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44325" y="2183100"/>
            <a:ext cx="4045200" cy="7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 Norms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4776675" y="307100"/>
            <a:ext cx="4078200" cy="4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●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Social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655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○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Promotes social interaction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●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Aesthetics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655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○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Easy to understand design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●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Transparency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655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verage"/>
              <a:buChar char="○"/>
            </a:pPr>
            <a:r>
              <a:rPr lang="en" sz="17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Easy to maintain for non-coders</a:t>
            </a:r>
            <a:endParaRPr sz="17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200"/>
              <a:t>Pivot</a:t>
            </a:r>
            <a:endParaRPr sz="8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244325" y="2183100"/>
            <a:ext cx="4045200" cy="7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Calvin Trees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4792900" y="647825"/>
            <a:ext cx="4078200" cy="4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●"/>
            </a:pPr>
            <a:r>
              <a:rPr b="1"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Interactive Campus Arboretum</a:t>
            </a:r>
            <a:endParaRPr b="1"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○"/>
            </a:pPr>
            <a:r>
              <a:rPr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Mobile web app for exploring 113+ trees around campus with real-time GPS navigation</a:t>
            </a:r>
            <a:endParaRPr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●"/>
            </a:pPr>
            <a:r>
              <a:rPr b="1"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Smart Features</a:t>
            </a:r>
            <a:endParaRPr b="1"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○"/>
            </a:pPr>
            <a:r>
              <a:rPr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Auto-detects nearby trees, searchable database, and curated walking tours (WIP)</a:t>
            </a:r>
            <a:endParaRPr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●"/>
            </a:pPr>
            <a:r>
              <a:rPr b="1"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Modern Stack</a:t>
            </a:r>
            <a:endParaRPr b="1"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verage"/>
              <a:buChar char="○"/>
            </a:pPr>
            <a:r>
              <a:rPr lang="en"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Angular, Ionic, MapLibre GL with future support for offline use</a:t>
            </a:r>
            <a:endParaRPr b="1"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Calvin Trees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Alim, Peter, &amp; Sam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Victor Norman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