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svg" ContentType="image/svg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9" r:id="rId2"/>
    <p:sldId id="262" r:id="rId3"/>
    <p:sldId id="266" r:id="rId4"/>
    <p:sldId id="264" r:id="rId5"/>
    <p:sldId id="268" r:id="rId6"/>
    <p:sldId id="276" r:id="rId7"/>
    <p:sldId id="278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9879"/>
    <p:restoredTop sz="94664"/>
  </p:normalViewPr>
  <p:slideViewPr>
    <p:cSldViewPr snapToGrid="0">
      <p:cViewPr varScale="1">
        <p:scale>
          <a:sx n="42" d="100"/>
          <a:sy n="42" d="100"/>
        </p:scale>
        <p:origin x="176" y="19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C6EC5A6-6329-46C5-B0B9-F9BA5898B749}" type="doc">
      <dgm:prSet loTypeId="urn:microsoft.com/office/officeart/2005/8/layout/vList2" loCatId="list" qsTypeId="urn:microsoft.com/office/officeart/2005/8/quickstyle/simple5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BDE20252-30AD-43F2-9B3D-F59E0A99F459}">
      <dgm:prSet custT="1"/>
      <dgm:spPr/>
      <dgm:t>
        <a:bodyPr/>
        <a:lstStyle/>
        <a:p>
          <a:r>
            <a:rPr lang="en-US" sz="4800" b="1" dirty="0"/>
            <a:t>Vision</a:t>
          </a:r>
          <a:endParaRPr lang="en-US" sz="4800" dirty="0"/>
        </a:p>
      </dgm:t>
    </dgm:pt>
    <dgm:pt modelId="{41765C00-2BF8-4062-856D-88228C03DD37}" type="parTrans" cxnId="{2DA78023-23CE-4C4A-9489-05903D77BB72}">
      <dgm:prSet/>
      <dgm:spPr/>
      <dgm:t>
        <a:bodyPr/>
        <a:lstStyle/>
        <a:p>
          <a:endParaRPr lang="en-US"/>
        </a:p>
      </dgm:t>
    </dgm:pt>
    <dgm:pt modelId="{6D70F07B-A48E-43BC-8A25-FEA110C10071}" type="sibTrans" cxnId="{2DA78023-23CE-4C4A-9489-05903D77BB72}">
      <dgm:prSet/>
      <dgm:spPr/>
      <dgm:t>
        <a:bodyPr/>
        <a:lstStyle/>
        <a:p>
          <a:endParaRPr lang="en-US"/>
        </a:p>
      </dgm:t>
    </dgm:pt>
    <dgm:pt modelId="{F0467521-9931-4B2E-82C0-D39D4C071562}">
      <dgm:prSet custT="1"/>
      <dgm:spPr/>
      <dgm:t>
        <a:bodyPr/>
        <a:lstStyle/>
        <a:p>
          <a:r>
            <a:rPr lang="en-US" sz="2000" b="1" dirty="0"/>
            <a:t>Create an interactive campus arboretum app</a:t>
          </a:r>
        </a:p>
      </dgm:t>
    </dgm:pt>
    <dgm:pt modelId="{E7823D7C-0A20-46A3-A28E-90CB6B1D1F29}" type="parTrans" cxnId="{EEBA2CDA-3888-4D1C-B6B7-CF08AD8579FF}">
      <dgm:prSet/>
      <dgm:spPr/>
      <dgm:t>
        <a:bodyPr/>
        <a:lstStyle/>
        <a:p>
          <a:endParaRPr lang="en-US"/>
        </a:p>
      </dgm:t>
    </dgm:pt>
    <dgm:pt modelId="{CBB53C3E-F6DB-4186-B053-3BE820A32675}" type="sibTrans" cxnId="{EEBA2CDA-3888-4D1C-B6B7-CF08AD8579FF}">
      <dgm:prSet/>
      <dgm:spPr/>
      <dgm:t>
        <a:bodyPr/>
        <a:lstStyle/>
        <a:p>
          <a:endParaRPr lang="en-US"/>
        </a:p>
      </dgm:t>
    </dgm:pt>
    <dgm:pt modelId="{5E65920E-004A-4A00-A096-55F01B6181A0}">
      <dgm:prSet custT="1"/>
      <dgm:spPr/>
      <dgm:t>
        <a:bodyPr/>
        <a:lstStyle/>
        <a:p>
          <a:r>
            <a:rPr lang="en-US" sz="2000" b="1" dirty="0"/>
            <a:t>Engage students, faculty, and campus visitors</a:t>
          </a:r>
        </a:p>
      </dgm:t>
    </dgm:pt>
    <dgm:pt modelId="{2B63AC0C-5640-4535-A4C3-3C48D370018C}" type="parTrans" cxnId="{030E702A-71FD-499A-B2C1-412EDB78DE36}">
      <dgm:prSet/>
      <dgm:spPr/>
      <dgm:t>
        <a:bodyPr/>
        <a:lstStyle/>
        <a:p>
          <a:endParaRPr lang="en-US"/>
        </a:p>
      </dgm:t>
    </dgm:pt>
    <dgm:pt modelId="{8FE63AD5-368F-43FE-A527-1F0C38BDF56A}" type="sibTrans" cxnId="{030E702A-71FD-499A-B2C1-412EDB78DE36}">
      <dgm:prSet/>
      <dgm:spPr/>
      <dgm:t>
        <a:bodyPr/>
        <a:lstStyle/>
        <a:p>
          <a:endParaRPr lang="en-US"/>
        </a:p>
      </dgm:t>
    </dgm:pt>
    <dgm:pt modelId="{36A685FB-668E-4B7E-A565-FB0458BBE835}">
      <dgm:prSet custT="1"/>
      <dgm:spPr/>
      <dgm:t>
        <a:bodyPr/>
        <a:lstStyle/>
        <a:p>
          <a:r>
            <a:rPr lang="en-US" sz="2000" b="1" dirty="0"/>
            <a:t>Foster interest in Calvin's diverse ecosystem</a:t>
          </a:r>
        </a:p>
      </dgm:t>
    </dgm:pt>
    <dgm:pt modelId="{5E62EE12-B4F1-4EFA-8AF0-DFB5E9E1998C}" type="parTrans" cxnId="{78733B07-3FAD-4D8E-930A-5B6C69872D81}">
      <dgm:prSet/>
      <dgm:spPr/>
      <dgm:t>
        <a:bodyPr/>
        <a:lstStyle/>
        <a:p>
          <a:endParaRPr lang="en-US"/>
        </a:p>
      </dgm:t>
    </dgm:pt>
    <dgm:pt modelId="{BCE4AE32-88E8-4646-AD33-35334266F5EB}" type="sibTrans" cxnId="{78733B07-3FAD-4D8E-930A-5B6C69872D81}">
      <dgm:prSet/>
      <dgm:spPr/>
      <dgm:t>
        <a:bodyPr/>
        <a:lstStyle/>
        <a:p>
          <a:endParaRPr lang="en-US"/>
        </a:p>
      </dgm:t>
    </dgm:pt>
    <dgm:pt modelId="{5AE054F9-9B5E-4E7F-8C60-F93B3E66D7C6}">
      <dgm:prSet custT="1"/>
      <dgm:spPr/>
      <dgm:t>
        <a:bodyPr/>
        <a:lstStyle/>
        <a:p>
          <a:r>
            <a:rPr lang="en-US" sz="2000" b="1" dirty="0"/>
            <a:t>Polish existing UI and introduce new features</a:t>
          </a:r>
        </a:p>
      </dgm:t>
    </dgm:pt>
    <dgm:pt modelId="{C2CD0E85-6857-4E1B-96B8-5B44A9A47997}" type="parTrans" cxnId="{8F6779E0-1408-4003-BCFC-6268A650529B}">
      <dgm:prSet/>
      <dgm:spPr/>
      <dgm:t>
        <a:bodyPr/>
        <a:lstStyle/>
        <a:p>
          <a:endParaRPr lang="en-US"/>
        </a:p>
      </dgm:t>
    </dgm:pt>
    <dgm:pt modelId="{26A29B4C-A23F-494D-A13F-6B58380DE93E}" type="sibTrans" cxnId="{8F6779E0-1408-4003-BCFC-6268A650529B}">
      <dgm:prSet/>
      <dgm:spPr/>
      <dgm:t>
        <a:bodyPr/>
        <a:lstStyle/>
        <a:p>
          <a:endParaRPr lang="en-US"/>
        </a:p>
      </dgm:t>
    </dgm:pt>
    <dgm:pt modelId="{7871D5D5-867F-FA40-B360-4B92B120ABEB}">
      <dgm:prSet custT="1"/>
      <dgm:spPr/>
      <dgm:t>
        <a:bodyPr/>
        <a:lstStyle/>
        <a:p>
          <a:endParaRPr lang="en-US" sz="2000" b="1" dirty="0"/>
        </a:p>
      </dgm:t>
    </dgm:pt>
    <dgm:pt modelId="{696B62E6-53B9-DD46-88AA-56FA502D51E1}" type="parTrans" cxnId="{79DAC15A-97BD-934E-B589-CC939859D7D4}">
      <dgm:prSet/>
      <dgm:spPr/>
      <dgm:t>
        <a:bodyPr/>
        <a:lstStyle/>
        <a:p>
          <a:endParaRPr lang="en-US"/>
        </a:p>
      </dgm:t>
    </dgm:pt>
    <dgm:pt modelId="{4F5F2739-9D92-3443-8CC1-CC95E2C59370}" type="sibTrans" cxnId="{79DAC15A-97BD-934E-B589-CC939859D7D4}">
      <dgm:prSet/>
      <dgm:spPr/>
      <dgm:t>
        <a:bodyPr/>
        <a:lstStyle/>
        <a:p>
          <a:endParaRPr lang="en-US"/>
        </a:p>
      </dgm:t>
    </dgm:pt>
    <dgm:pt modelId="{0C958ED1-03FE-8C41-8A92-09E99310AC60}">
      <dgm:prSet custT="1"/>
      <dgm:spPr/>
      <dgm:t>
        <a:bodyPr/>
        <a:lstStyle/>
        <a:p>
          <a:endParaRPr lang="en-US" sz="2000" b="1" dirty="0"/>
        </a:p>
      </dgm:t>
    </dgm:pt>
    <dgm:pt modelId="{8305F7F7-E228-084F-BF1C-C1FBCECAE968}" type="parTrans" cxnId="{CCAA6EBB-0BE3-2A44-AAFD-DC565B502B80}">
      <dgm:prSet/>
      <dgm:spPr/>
      <dgm:t>
        <a:bodyPr/>
        <a:lstStyle/>
        <a:p>
          <a:endParaRPr lang="en-US"/>
        </a:p>
      </dgm:t>
    </dgm:pt>
    <dgm:pt modelId="{60395864-291A-304E-8750-56F111D25B1B}" type="sibTrans" cxnId="{CCAA6EBB-0BE3-2A44-AAFD-DC565B502B80}">
      <dgm:prSet/>
      <dgm:spPr/>
      <dgm:t>
        <a:bodyPr/>
        <a:lstStyle/>
        <a:p>
          <a:endParaRPr lang="en-US"/>
        </a:p>
      </dgm:t>
    </dgm:pt>
    <dgm:pt modelId="{0A13B5B3-46DC-F846-8B44-7DBB0434060F}">
      <dgm:prSet custT="1"/>
      <dgm:spPr/>
      <dgm:t>
        <a:bodyPr/>
        <a:lstStyle/>
        <a:p>
          <a:endParaRPr lang="en-US" sz="2000" b="1" dirty="0"/>
        </a:p>
      </dgm:t>
    </dgm:pt>
    <dgm:pt modelId="{BBBC34B6-6A9E-0944-9558-50946EA31241}" type="parTrans" cxnId="{22743B11-E6B5-D244-AFF5-6A8BA2C08A46}">
      <dgm:prSet/>
      <dgm:spPr/>
      <dgm:t>
        <a:bodyPr/>
        <a:lstStyle/>
        <a:p>
          <a:endParaRPr lang="en-US"/>
        </a:p>
      </dgm:t>
    </dgm:pt>
    <dgm:pt modelId="{37665B02-18DF-CD45-B4B8-B314F86D5874}" type="sibTrans" cxnId="{22743B11-E6B5-D244-AFF5-6A8BA2C08A46}">
      <dgm:prSet/>
      <dgm:spPr/>
      <dgm:t>
        <a:bodyPr/>
        <a:lstStyle/>
        <a:p>
          <a:endParaRPr lang="en-US"/>
        </a:p>
      </dgm:t>
    </dgm:pt>
    <dgm:pt modelId="{F562ED34-301C-DF42-B1CA-B6FE0650F8B9}">
      <dgm:prSet custT="1"/>
      <dgm:spPr/>
      <dgm:t>
        <a:bodyPr/>
        <a:lstStyle/>
        <a:p>
          <a:endParaRPr lang="en-US" sz="2000" b="1" dirty="0"/>
        </a:p>
      </dgm:t>
    </dgm:pt>
    <dgm:pt modelId="{89AA34F7-BFB3-2B45-8366-1C104FA3975F}" type="parTrans" cxnId="{87A359AB-E49E-3B4D-AE6C-0E13AF5AB17B}">
      <dgm:prSet/>
      <dgm:spPr/>
      <dgm:t>
        <a:bodyPr/>
        <a:lstStyle/>
        <a:p>
          <a:endParaRPr lang="en-US"/>
        </a:p>
      </dgm:t>
    </dgm:pt>
    <dgm:pt modelId="{76E9CD2D-7E54-B047-A41F-A6D5D4533408}" type="sibTrans" cxnId="{87A359AB-E49E-3B4D-AE6C-0E13AF5AB17B}">
      <dgm:prSet/>
      <dgm:spPr/>
      <dgm:t>
        <a:bodyPr/>
        <a:lstStyle/>
        <a:p>
          <a:endParaRPr lang="en-US"/>
        </a:p>
      </dgm:t>
    </dgm:pt>
    <dgm:pt modelId="{D7773068-516A-7647-9B9B-2BD39E04F850}" type="pres">
      <dgm:prSet presAssocID="{EC6EC5A6-6329-46C5-B0B9-F9BA5898B749}" presName="linear" presStyleCnt="0">
        <dgm:presLayoutVars>
          <dgm:animLvl val="lvl"/>
          <dgm:resizeHandles val="exact"/>
        </dgm:presLayoutVars>
      </dgm:prSet>
      <dgm:spPr/>
    </dgm:pt>
    <dgm:pt modelId="{A84E7E67-58D5-D44E-AF32-2E3ADD5FB73C}" type="pres">
      <dgm:prSet presAssocID="{BDE20252-30AD-43F2-9B3D-F59E0A99F459}" presName="parentText" presStyleLbl="node1" presStyleIdx="0" presStyleCnt="1" custLinFactNeighborX="0" custLinFactNeighborY="969">
        <dgm:presLayoutVars>
          <dgm:chMax val="0"/>
          <dgm:bulletEnabled val="1"/>
        </dgm:presLayoutVars>
      </dgm:prSet>
      <dgm:spPr/>
    </dgm:pt>
    <dgm:pt modelId="{B9EC2E4B-B1F7-6140-9E08-33FDC86C2722}" type="pres">
      <dgm:prSet presAssocID="{BDE20252-30AD-43F2-9B3D-F59E0A99F459}" presName="childText" presStyleLbl="revTx" presStyleIdx="0" presStyleCnt="1">
        <dgm:presLayoutVars>
          <dgm:bulletEnabled val="1"/>
        </dgm:presLayoutVars>
      </dgm:prSet>
      <dgm:spPr/>
    </dgm:pt>
  </dgm:ptLst>
  <dgm:cxnLst>
    <dgm:cxn modelId="{78733B07-3FAD-4D8E-930A-5B6C69872D81}" srcId="{BDE20252-30AD-43F2-9B3D-F59E0A99F459}" destId="{36A685FB-668E-4B7E-A565-FB0458BBE835}" srcOrd="5" destOrd="0" parTransId="{5E62EE12-B4F1-4EFA-8AF0-DFB5E9E1998C}" sibTransId="{BCE4AE32-88E8-4646-AD33-35334266F5EB}"/>
    <dgm:cxn modelId="{22743B11-E6B5-D244-AFF5-6A8BA2C08A46}" srcId="{BDE20252-30AD-43F2-9B3D-F59E0A99F459}" destId="{0A13B5B3-46DC-F846-8B44-7DBB0434060F}" srcOrd="4" destOrd="0" parTransId="{BBBC34B6-6A9E-0944-9558-50946EA31241}" sibTransId="{37665B02-18DF-CD45-B4B8-B314F86D5874}"/>
    <dgm:cxn modelId="{2DA78023-23CE-4C4A-9489-05903D77BB72}" srcId="{EC6EC5A6-6329-46C5-B0B9-F9BA5898B749}" destId="{BDE20252-30AD-43F2-9B3D-F59E0A99F459}" srcOrd="0" destOrd="0" parTransId="{41765C00-2BF8-4062-856D-88228C03DD37}" sibTransId="{6D70F07B-A48E-43BC-8A25-FEA110C10071}"/>
    <dgm:cxn modelId="{030E702A-71FD-499A-B2C1-412EDB78DE36}" srcId="{BDE20252-30AD-43F2-9B3D-F59E0A99F459}" destId="{5E65920E-004A-4A00-A096-55F01B6181A0}" srcOrd="3" destOrd="0" parTransId="{2B63AC0C-5640-4535-A4C3-3C48D370018C}" sibTransId="{8FE63AD5-368F-43FE-A527-1F0C38BDF56A}"/>
    <dgm:cxn modelId="{78091850-3669-F344-85B6-D59F29B2854F}" type="presOf" srcId="{F0467521-9931-4B2E-82C0-D39D4C071562}" destId="{B9EC2E4B-B1F7-6140-9E08-33FDC86C2722}" srcOrd="0" destOrd="1" presId="urn:microsoft.com/office/officeart/2005/8/layout/vList2"/>
    <dgm:cxn modelId="{79DAC15A-97BD-934E-B589-CC939859D7D4}" srcId="{BDE20252-30AD-43F2-9B3D-F59E0A99F459}" destId="{7871D5D5-867F-FA40-B360-4B92B120ABEB}" srcOrd="0" destOrd="0" parTransId="{696B62E6-53B9-DD46-88AA-56FA502D51E1}" sibTransId="{4F5F2739-9D92-3443-8CC1-CC95E2C59370}"/>
    <dgm:cxn modelId="{7EDCB464-4514-844E-AE0A-49A3AC570294}" type="presOf" srcId="{5AE054F9-9B5E-4E7F-8C60-F93B3E66D7C6}" destId="{B9EC2E4B-B1F7-6140-9E08-33FDC86C2722}" srcOrd="0" destOrd="7" presId="urn:microsoft.com/office/officeart/2005/8/layout/vList2"/>
    <dgm:cxn modelId="{D8E84B65-9987-D245-A46E-5A53C3379F41}" type="presOf" srcId="{F562ED34-301C-DF42-B1CA-B6FE0650F8B9}" destId="{B9EC2E4B-B1F7-6140-9E08-33FDC86C2722}" srcOrd="0" destOrd="6" presId="urn:microsoft.com/office/officeart/2005/8/layout/vList2"/>
    <dgm:cxn modelId="{4DE03D69-15FB-0644-8091-829F2A4A93F4}" type="presOf" srcId="{36A685FB-668E-4B7E-A565-FB0458BBE835}" destId="{B9EC2E4B-B1F7-6140-9E08-33FDC86C2722}" srcOrd="0" destOrd="5" presId="urn:microsoft.com/office/officeart/2005/8/layout/vList2"/>
    <dgm:cxn modelId="{A2E0FF93-73A1-B941-93A4-D07E4B50588A}" type="presOf" srcId="{0A13B5B3-46DC-F846-8B44-7DBB0434060F}" destId="{B9EC2E4B-B1F7-6140-9E08-33FDC86C2722}" srcOrd="0" destOrd="4" presId="urn:microsoft.com/office/officeart/2005/8/layout/vList2"/>
    <dgm:cxn modelId="{87A359AB-E49E-3B4D-AE6C-0E13AF5AB17B}" srcId="{BDE20252-30AD-43F2-9B3D-F59E0A99F459}" destId="{F562ED34-301C-DF42-B1CA-B6FE0650F8B9}" srcOrd="6" destOrd="0" parTransId="{89AA34F7-BFB3-2B45-8366-1C104FA3975F}" sibTransId="{76E9CD2D-7E54-B047-A41F-A6D5D4533408}"/>
    <dgm:cxn modelId="{025C7CB7-6A0E-A145-B762-DE4F3B834100}" type="presOf" srcId="{0C958ED1-03FE-8C41-8A92-09E99310AC60}" destId="{B9EC2E4B-B1F7-6140-9E08-33FDC86C2722}" srcOrd="0" destOrd="2" presId="urn:microsoft.com/office/officeart/2005/8/layout/vList2"/>
    <dgm:cxn modelId="{CCAA6EBB-0BE3-2A44-AAFD-DC565B502B80}" srcId="{BDE20252-30AD-43F2-9B3D-F59E0A99F459}" destId="{0C958ED1-03FE-8C41-8A92-09E99310AC60}" srcOrd="2" destOrd="0" parTransId="{8305F7F7-E228-084F-BF1C-C1FBCECAE968}" sibTransId="{60395864-291A-304E-8750-56F111D25B1B}"/>
    <dgm:cxn modelId="{97710CCC-2B6D-F146-B6D8-E809BA870D56}" type="presOf" srcId="{5E65920E-004A-4A00-A096-55F01B6181A0}" destId="{B9EC2E4B-B1F7-6140-9E08-33FDC86C2722}" srcOrd="0" destOrd="3" presId="urn:microsoft.com/office/officeart/2005/8/layout/vList2"/>
    <dgm:cxn modelId="{EEBA2CDA-3888-4D1C-B6B7-CF08AD8579FF}" srcId="{BDE20252-30AD-43F2-9B3D-F59E0A99F459}" destId="{F0467521-9931-4B2E-82C0-D39D4C071562}" srcOrd="1" destOrd="0" parTransId="{E7823D7C-0A20-46A3-A28E-90CB6B1D1F29}" sibTransId="{CBB53C3E-F6DB-4186-B053-3BE820A32675}"/>
    <dgm:cxn modelId="{8F6779E0-1408-4003-BCFC-6268A650529B}" srcId="{BDE20252-30AD-43F2-9B3D-F59E0A99F459}" destId="{5AE054F9-9B5E-4E7F-8C60-F93B3E66D7C6}" srcOrd="7" destOrd="0" parTransId="{C2CD0E85-6857-4E1B-96B8-5B44A9A47997}" sibTransId="{26A29B4C-A23F-494D-A13F-6B58380DE93E}"/>
    <dgm:cxn modelId="{7793FEE2-29CA-A844-A479-272C5B62BFCA}" type="presOf" srcId="{EC6EC5A6-6329-46C5-B0B9-F9BA5898B749}" destId="{D7773068-516A-7647-9B9B-2BD39E04F850}" srcOrd="0" destOrd="0" presId="urn:microsoft.com/office/officeart/2005/8/layout/vList2"/>
    <dgm:cxn modelId="{9D983CEA-D5A2-A14A-9AF6-7CEA72491D7D}" type="presOf" srcId="{7871D5D5-867F-FA40-B360-4B92B120ABEB}" destId="{B9EC2E4B-B1F7-6140-9E08-33FDC86C2722}" srcOrd="0" destOrd="0" presId="urn:microsoft.com/office/officeart/2005/8/layout/vList2"/>
    <dgm:cxn modelId="{01BE83FF-08D3-2347-9EC7-E26D6BD493A7}" type="presOf" srcId="{BDE20252-30AD-43F2-9B3D-F59E0A99F459}" destId="{A84E7E67-58D5-D44E-AF32-2E3ADD5FB73C}" srcOrd="0" destOrd="0" presId="urn:microsoft.com/office/officeart/2005/8/layout/vList2"/>
    <dgm:cxn modelId="{AA598301-C19C-8841-806D-BC1D5ECDA361}" type="presParOf" srcId="{D7773068-516A-7647-9B9B-2BD39E04F850}" destId="{A84E7E67-58D5-D44E-AF32-2E3ADD5FB73C}" srcOrd="0" destOrd="0" presId="urn:microsoft.com/office/officeart/2005/8/layout/vList2"/>
    <dgm:cxn modelId="{890F616C-A861-D043-9893-EC9425A037BC}" type="presParOf" srcId="{D7773068-516A-7647-9B9B-2BD39E04F850}" destId="{B9EC2E4B-B1F7-6140-9E08-33FDC86C2722}" srcOrd="1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BA7F3F92-F435-4CF3-B2DF-4A16194E98D0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32AAE029-7420-4C04-8DB8-84BEA9A2D98A}">
      <dgm:prSet/>
      <dgm:spPr/>
      <dgm:t>
        <a:bodyPr/>
        <a:lstStyle/>
        <a:p>
          <a:r>
            <a:rPr lang="en-US" b="1" dirty="0"/>
            <a:t>Core Features</a:t>
          </a:r>
          <a:endParaRPr lang="en-US" dirty="0"/>
        </a:p>
      </dgm:t>
    </dgm:pt>
    <dgm:pt modelId="{D56E0A98-475D-441D-8620-6D5BA7FAF2B9}" type="parTrans" cxnId="{03F119C3-4568-46BB-A87C-4A779E4BAC08}">
      <dgm:prSet/>
      <dgm:spPr/>
      <dgm:t>
        <a:bodyPr/>
        <a:lstStyle/>
        <a:p>
          <a:endParaRPr lang="en-US"/>
        </a:p>
      </dgm:t>
    </dgm:pt>
    <dgm:pt modelId="{D72B78A4-5571-4E3F-B653-5AF15C7C9F06}" type="sibTrans" cxnId="{03F119C3-4568-46BB-A87C-4A779E4BAC08}">
      <dgm:prSet/>
      <dgm:spPr/>
      <dgm:t>
        <a:bodyPr/>
        <a:lstStyle/>
        <a:p>
          <a:endParaRPr lang="en-US"/>
        </a:p>
      </dgm:t>
    </dgm:pt>
    <dgm:pt modelId="{29F726C2-B1C3-4EC0-A7C7-803E7B81BFD1}">
      <dgm:prSet/>
      <dgm:spPr/>
      <dgm:t>
        <a:bodyPr/>
        <a:lstStyle/>
        <a:p>
          <a:r>
            <a:rPr lang="en-US" dirty="0"/>
            <a:t>Real-time Geolocation Tracking</a:t>
          </a:r>
        </a:p>
      </dgm:t>
    </dgm:pt>
    <dgm:pt modelId="{6622DD43-427F-4584-A7C4-ED9560F08A1F}" type="parTrans" cxnId="{6B4F380E-6C55-4D1C-8B90-CE8519B9B85E}">
      <dgm:prSet/>
      <dgm:spPr/>
      <dgm:t>
        <a:bodyPr/>
        <a:lstStyle/>
        <a:p>
          <a:endParaRPr lang="en-US"/>
        </a:p>
      </dgm:t>
    </dgm:pt>
    <dgm:pt modelId="{EB3C93E6-7522-47CE-9E45-2FAB1EE26BD9}" type="sibTrans" cxnId="{6B4F380E-6C55-4D1C-8B90-CE8519B9B85E}">
      <dgm:prSet/>
      <dgm:spPr/>
      <dgm:t>
        <a:bodyPr/>
        <a:lstStyle/>
        <a:p>
          <a:endParaRPr lang="en-US"/>
        </a:p>
      </dgm:t>
    </dgm:pt>
    <dgm:pt modelId="{3D5D7E87-3497-41D9-8DA5-074178A042D7}">
      <dgm:prSet/>
      <dgm:spPr/>
      <dgm:t>
        <a:bodyPr/>
        <a:lstStyle/>
        <a:p>
          <a:r>
            <a:rPr lang="en-US"/>
            <a:t>Interactive Tree Map with 113+ trees</a:t>
          </a:r>
        </a:p>
      </dgm:t>
    </dgm:pt>
    <dgm:pt modelId="{90152DD0-1C26-4707-9533-8BC4C00FEE2C}" type="parTrans" cxnId="{A2408CD9-DD1A-46BF-B274-9D2041551FE4}">
      <dgm:prSet/>
      <dgm:spPr/>
      <dgm:t>
        <a:bodyPr/>
        <a:lstStyle/>
        <a:p>
          <a:endParaRPr lang="en-US"/>
        </a:p>
      </dgm:t>
    </dgm:pt>
    <dgm:pt modelId="{0911FB87-7EF1-4FFB-A4A0-25444A86E37A}" type="sibTrans" cxnId="{A2408CD9-DD1A-46BF-B274-9D2041551FE4}">
      <dgm:prSet/>
      <dgm:spPr/>
      <dgm:t>
        <a:bodyPr/>
        <a:lstStyle/>
        <a:p>
          <a:endParaRPr lang="en-US"/>
        </a:p>
      </dgm:t>
    </dgm:pt>
    <dgm:pt modelId="{445B15B9-674E-4105-886E-EA178A2627DE}">
      <dgm:prSet/>
      <dgm:spPr/>
      <dgm:t>
        <a:bodyPr/>
        <a:lstStyle/>
        <a:p>
          <a:r>
            <a:rPr lang="en-US"/>
            <a:t>Smart Proximity Detection</a:t>
          </a:r>
        </a:p>
      </dgm:t>
    </dgm:pt>
    <dgm:pt modelId="{8BE354F1-EFA3-43F3-A75F-19213E97D882}" type="parTrans" cxnId="{1F84B1BB-1694-459B-80FC-376951E8EA5E}">
      <dgm:prSet/>
      <dgm:spPr/>
      <dgm:t>
        <a:bodyPr/>
        <a:lstStyle/>
        <a:p>
          <a:endParaRPr lang="en-US"/>
        </a:p>
      </dgm:t>
    </dgm:pt>
    <dgm:pt modelId="{069643F7-115B-410A-9E77-934A32A2E76F}" type="sibTrans" cxnId="{1F84B1BB-1694-459B-80FC-376951E8EA5E}">
      <dgm:prSet/>
      <dgm:spPr/>
      <dgm:t>
        <a:bodyPr/>
        <a:lstStyle/>
        <a:p>
          <a:endParaRPr lang="en-US"/>
        </a:p>
      </dgm:t>
    </dgm:pt>
    <dgm:pt modelId="{07482DC3-6242-4E60-B450-1EF6A165F5E2}">
      <dgm:prSet/>
      <dgm:spPr/>
      <dgm:t>
        <a:bodyPr/>
        <a:lstStyle/>
        <a:p>
          <a:r>
            <a:rPr lang="en-US" dirty="0"/>
            <a:t>Random Walking Tour with turn-by-turn routes</a:t>
          </a:r>
        </a:p>
      </dgm:t>
    </dgm:pt>
    <dgm:pt modelId="{76DD1621-419C-405B-8403-2895285A8E7C}" type="parTrans" cxnId="{AF8E3677-0DC7-472D-BE01-44C6770A3B70}">
      <dgm:prSet/>
      <dgm:spPr/>
      <dgm:t>
        <a:bodyPr/>
        <a:lstStyle/>
        <a:p>
          <a:endParaRPr lang="en-US"/>
        </a:p>
      </dgm:t>
    </dgm:pt>
    <dgm:pt modelId="{1751CC7D-D0C8-4641-A797-683F1772609E}" type="sibTrans" cxnId="{AF8E3677-0DC7-472D-BE01-44C6770A3B70}">
      <dgm:prSet/>
      <dgm:spPr/>
      <dgm:t>
        <a:bodyPr/>
        <a:lstStyle/>
        <a:p>
          <a:endParaRPr lang="en-US"/>
        </a:p>
      </dgm:t>
    </dgm:pt>
    <dgm:pt modelId="{6C8A2EDB-F75C-47FE-AE64-236855DD2BF7}">
      <dgm:prSet/>
      <dgm:spPr/>
      <dgm:t>
        <a:bodyPr/>
        <a:lstStyle/>
        <a:p>
          <a:r>
            <a:rPr lang="en-US"/>
            <a:t>Bob Speelman’s Favorite Trees Tour</a:t>
          </a:r>
        </a:p>
      </dgm:t>
    </dgm:pt>
    <dgm:pt modelId="{A56B57E8-B6C3-408C-8EEA-090E0E7B5A97}" type="parTrans" cxnId="{D7A59EE4-8061-4D14-B2E0-3A5700B82A1C}">
      <dgm:prSet/>
      <dgm:spPr/>
      <dgm:t>
        <a:bodyPr/>
        <a:lstStyle/>
        <a:p>
          <a:endParaRPr lang="en-US"/>
        </a:p>
      </dgm:t>
    </dgm:pt>
    <dgm:pt modelId="{326A9E23-C91C-4455-B92D-550B27CF41FA}" type="sibTrans" cxnId="{D7A59EE4-8061-4D14-B2E0-3A5700B82A1C}">
      <dgm:prSet/>
      <dgm:spPr/>
      <dgm:t>
        <a:bodyPr/>
        <a:lstStyle/>
        <a:p>
          <a:endParaRPr lang="en-US"/>
        </a:p>
      </dgm:t>
    </dgm:pt>
    <dgm:pt modelId="{989B5E93-ADF1-4826-A822-E0A38AF01BF4}">
      <dgm:prSet/>
      <dgm:spPr/>
      <dgm:t>
        <a:bodyPr/>
        <a:lstStyle/>
        <a:p>
          <a:r>
            <a:rPr lang="en-US"/>
            <a:t>Detailed Tree Info cards with photos and data</a:t>
          </a:r>
        </a:p>
      </dgm:t>
    </dgm:pt>
    <dgm:pt modelId="{3CB97166-9F6B-4EFF-87F9-45EADD6A5AEE}" type="parTrans" cxnId="{C9B4820D-FA0B-4EEB-91E9-0202820142B1}">
      <dgm:prSet/>
      <dgm:spPr/>
      <dgm:t>
        <a:bodyPr/>
        <a:lstStyle/>
        <a:p>
          <a:endParaRPr lang="en-US"/>
        </a:p>
      </dgm:t>
    </dgm:pt>
    <dgm:pt modelId="{766DE5D0-D3BC-4567-A347-8977F2C96776}" type="sibTrans" cxnId="{C9B4820D-FA0B-4EEB-91E9-0202820142B1}">
      <dgm:prSet/>
      <dgm:spPr/>
      <dgm:t>
        <a:bodyPr/>
        <a:lstStyle/>
        <a:p>
          <a:endParaRPr lang="en-US"/>
        </a:p>
      </dgm:t>
    </dgm:pt>
    <dgm:pt modelId="{9610AD57-E5DD-49B4-9DE4-2DC72CF49829}">
      <dgm:prSet/>
      <dgm:spPr/>
      <dgm:t>
        <a:bodyPr/>
        <a:lstStyle/>
        <a:p>
          <a:r>
            <a:rPr lang="en-US"/>
            <a:t>Mobile-Optimized UI (Ionic framework)</a:t>
          </a:r>
        </a:p>
      </dgm:t>
    </dgm:pt>
    <dgm:pt modelId="{BBC29AB0-115E-4DEF-AF28-A3B5EC511E8C}" type="parTrans" cxnId="{BC64D5F8-69EE-4C94-99BC-654495E01239}">
      <dgm:prSet/>
      <dgm:spPr/>
      <dgm:t>
        <a:bodyPr/>
        <a:lstStyle/>
        <a:p>
          <a:endParaRPr lang="en-US"/>
        </a:p>
      </dgm:t>
    </dgm:pt>
    <dgm:pt modelId="{18C23D41-3BDB-4A32-BFAA-7DB477D36B1B}" type="sibTrans" cxnId="{BC64D5F8-69EE-4C94-99BC-654495E01239}">
      <dgm:prSet/>
      <dgm:spPr/>
      <dgm:t>
        <a:bodyPr/>
        <a:lstStyle/>
        <a:p>
          <a:endParaRPr lang="en-US"/>
        </a:p>
      </dgm:t>
    </dgm:pt>
    <dgm:pt modelId="{5CEFA4D3-4E75-45EE-81CF-B2F91FA367AB}">
      <dgm:prSet/>
      <dgm:spPr/>
      <dgm:t>
        <a:bodyPr/>
        <a:lstStyle/>
        <a:p>
          <a:r>
            <a:rPr lang="en-US"/>
            <a:t>Admin CRUD Interface for tree data management</a:t>
          </a:r>
        </a:p>
      </dgm:t>
    </dgm:pt>
    <dgm:pt modelId="{B439A32E-CE07-4C2E-823E-6C3084729306}" type="parTrans" cxnId="{6CE7DEC5-A2AB-4EB3-8B0A-1C56ABF5128C}">
      <dgm:prSet/>
      <dgm:spPr/>
      <dgm:t>
        <a:bodyPr/>
        <a:lstStyle/>
        <a:p>
          <a:endParaRPr lang="en-US"/>
        </a:p>
      </dgm:t>
    </dgm:pt>
    <dgm:pt modelId="{D515EABF-C527-4FD9-A543-EEA7387DEFF4}" type="sibTrans" cxnId="{6CE7DEC5-A2AB-4EB3-8B0A-1C56ABF5128C}">
      <dgm:prSet/>
      <dgm:spPr/>
      <dgm:t>
        <a:bodyPr/>
        <a:lstStyle/>
        <a:p>
          <a:endParaRPr lang="en-US"/>
        </a:p>
      </dgm:t>
    </dgm:pt>
    <dgm:pt modelId="{3B0D3C00-1AD5-4F67-97CE-2CB99CA9885F}">
      <dgm:prSet/>
      <dgm:spPr/>
      <dgm:t>
        <a:bodyPr/>
        <a:lstStyle/>
        <a:p>
          <a:r>
            <a:rPr lang="en-US"/>
            <a:t>Progressive Web App (PWA) with offline capability</a:t>
          </a:r>
        </a:p>
      </dgm:t>
    </dgm:pt>
    <dgm:pt modelId="{85C2B98A-701A-4201-94B8-3AAC7CC60419}" type="parTrans" cxnId="{0CFE359A-80BE-4465-A7B9-7A4DAEF5B385}">
      <dgm:prSet/>
      <dgm:spPr/>
      <dgm:t>
        <a:bodyPr/>
        <a:lstStyle/>
        <a:p>
          <a:endParaRPr lang="en-US"/>
        </a:p>
      </dgm:t>
    </dgm:pt>
    <dgm:pt modelId="{CF2EBA33-BFCD-4DDF-A03C-2EE49CD49AE3}" type="sibTrans" cxnId="{0CFE359A-80BE-4465-A7B9-7A4DAEF5B385}">
      <dgm:prSet/>
      <dgm:spPr/>
      <dgm:t>
        <a:bodyPr/>
        <a:lstStyle/>
        <a:p>
          <a:endParaRPr lang="en-US"/>
        </a:p>
      </dgm:t>
    </dgm:pt>
    <dgm:pt modelId="{3711CBFA-3875-8540-A24A-9F2D5A0B7AB3}" type="pres">
      <dgm:prSet presAssocID="{BA7F3F92-F435-4CF3-B2DF-4A16194E98D0}" presName="linear" presStyleCnt="0">
        <dgm:presLayoutVars>
          <dgm:animLvl val="lvl"/>
          <dgm:resizeHandles val="exact"/>
        </dgm:presLayoutVars>
      </dgm:prSet>
      <dgm:spPr/>
    </dgm:pt>
    <dgm:pt modelId="{4562F02B-49B3-8640-A17B-92C558AF082C}" type="pres">
      <dgm:prSet presAssocID="{32AAE029-7420-4C04-8DB8-84BEA9A2D98A}" presName="parentText" presStyleLbl="node1" presStyleIdx="0" presStyleCnt="1">
        <dgm:presLayoutVars>
          <dgm:chMax val="0"/>
          <dgm:bulletEnabled val="1"/>
        </dgm:presLayoutVars>
      </dgm:prSet>
      <dgm:spPr/>
    </dgm:pt>
    <dgm:pt modelId="{8BEB7D38-8D2C-8F4B-82B0-2CC8B02A1DC4}" type="pres">
      <dgm:prSet presAssocID="{32AAE029-7420-4C04-8DB8-84BEA9A2D98A}" presName="childText" presStyleLbl="revTx" presStyleIdx="0" presStyleCnt="1">
        <dgm:presLayoutVars>
          <dgm:bulletEnabled val="1"/>
        </dgm:presLayoutVars>
      </dgm:prSet>
      <dgm:spPr/>
    </dgm:pt>
  </dgm:ptLst>
  <dgm:cxnLst>
    <dgm:cxn modelId="{C9B4820D-FA0B-4EEB-91E9-0202820142B1}" srcId="{32AAE029-7420-4C04-8DB8-84BEA9A2D98A}" destId="{989B5E93-ADF1-4826-A822-E0A38AF01BF4}" srcOrd="5" destOrd="0" parTransId="{3CB97166-9F6B-4EFF-87F9-45EADD6A5AEE}" sibTransId="{766DE5D0-D3BC-4567-A347-8977F2C96776}"/>
    <dgm:cxn modelId="{6B4F380E-6C55-4D1C-8B90-CE8519B9B85E}" srcId="{32AAE029-7420-4C04-8DB8-84BEA9A2D98A}" destId="{29F726C2-B1C3-4EC0-A7C7-803E7B81BFD1}" srcOrd="0" destOrd="0" parTransId="{6622DD43-427F-4584-A7C4-ED9560F08A1F}" sibTransId="{EB3C93E6-7522-47CE-9E45-2FAB1EE26BD9}"/>
    <dgm:cxn modelId="{D50A6623-FF77-8E49-980D-72E0402725CA}" type="presOf" srcId="{6C8A2EDB-F75C-47FE-AE64-236855DD2BF7}" destId="{8BEB7D38-8D2C-8F4B-82B0-2CC8B02A1DC4}" srcOrd="0" destOrd="4" presId="urn:microsoft.com/office/officeart/2005/8/layout/vList2"/>
    <dgm:cxn modelId="{CE7B3643-75E3-D847-8495-4F204783805C}" type="presOf" srcId="{BA7F3F92-F435-4CF3-B2DF-4A16194E98D0}" destId="{3711CBFA-3875-8540-A24A-9F2D5A0B7AB3}" srcOrd="0" destOrd="0" presId="urn:microsoft.com/office/officeart/2005/8/layout/vList2"/>
    <dgm:cxn modelId="{3D409C4F-4241-C043-9F54-14625D13D465}" type="presOf" srcId="{989B5E93-ADF1-4826-A822-E0A38AF01BF4}" destId="{8BEB7D38-8D2C-8F4B-82B0-2CC8B02A1DC4}" srcOrd="0" destOrd="5" presId="urn:microsoft.com/office/officeart/2005/8/layout/vList2"/>
    <dgm:cxn modelId="{A8C8D162-9945-1349-9079-34E447E89242}" type="presOf" srcId="{32AAE029-7420-4C04-8DB8-84BEA9A2D98A}" destId="{4562F02B-49B3-8640-A17B-92C558AF082C}" srcOrd="0" destOrd="0" presId="urn:microsoft.com/office/officeart/2005/8/layout/vList2"/>
    <dgm:cxn modelId="{4730D865-D094-334D-BB38-9037DD66FC57}" type="presOf" srcId="{445B15B9-674E-4105-886E-EA178A2627DE}" destId="{8BEB7D38-8D2C-8F4B-82B0-2CC8B02A1DC4}" srcOrd="0" destOrd="2" presId="urn:microsoft.com/office/officeart/2005/8/layout/vList2"/>
    <dgm:cxn modelId="{D6EA196D-2B0B-1A45-9E23-08D4D68ECC9A}" type="presOf" srcId="{29F726C2-B1C3-4EC0-A7C7-803E7B81BFD1}" destId="{8BEB7D38-8D2C-8F4B-82B0-2CC8B02A1DC4}" srcOrd="0" destOrd="0" presId="urn:microsoft.com/office/officeart/2005/8/layout/vList2"/>
    <dgm:cxn modelId="{AF8E3677-0DC7-472D-BE01-44C6770A3B70}" srcId="{32AAE029-7420-4C04-8DB8-84BEA9A2D98A}" destId="{07482DC3-6242-4E60-B450-1EF6A165F5E2}" srcOrd="3" destOrd="0" parTransId="{76DD1621-419C-405B-8403-2895285A8E7C}" sibTransId="{1751CC7D-D0C8-4641-A797-683F1772609E}"/>
    <dgm:cxn modelId="{B8506D92-E4ED-B748-BAE3-7F94C3159C73}" type="presOf" srcId="{3B0D3C00-1AD5-4F67-97CE-2CB99CA9885F}" destId="{8BEB7D38-8D2C-8F4B-82B0-2CC8B02A1DC4}" srcOrd="0" destOrd="8" presId="urn:microsoft.com/office/officeart/2005/8/layout/vList2"/>
    <dgm:cxn modelId="{0CFE359A-80BE-4465-A7B9-7A4DAEF5B385}" srcId="{32AAE029-7420-4C04-8DB8-84BEA9A2D98A}" destId="{3B0D3C00-1AD5-4F67-97CE-2CB99CA9885F}" srcOrd="8" destOrd="0" parTransId="{85C2B98A-701A-4201-94B8-3AAC7CC60419}" sibTransId="{CF2EBA33-BFCD-4DDF-A03C-2EE49CD49AE3}"/>
    <dgm:cxn modelId="{600280A2-C1FE-4C4E-9665-04B59EE4742A}" type="presOf" srcId="{5CEFA4D3-4E75-45EE-81CF-B2F91FA367AB}" destId="{8BEB7D38-8D2C-8F4B-82B0-2CC8B02A1DC4}" srcOrd="0" destOrd="7" presId="urn:microsoft.com/office/officeart/2005/8/layout/vList2"/>
    <dgm:cxn modelId="{1F84B1BB-1694-459B-80FC-376951E8EA5E}" srcId="{32AAE029-7420-4C04-8DB8-84BEA9A2D98A}" destId="{445B15B9-674E-4105-886E-EA178A2627DE}" srcOrd="2" destOrd="0" parTransId="{8BE354F1-EFA3-43F3-A75F-19213E97D882}" sibTransId="{069643F7-115B-410A-9E77-934A32A2E76F}"/>
    <dgm:cxn modelId="{1BA659BC-DDD7-AA43-A5B1-F44693539A35}" type="presOf" srcId="{3D5D7E87-3497-41D9-8DA5-074178A042D7}" destId="{8BEB7D38-8D2C-8F4B-82B0-2CC8B02A1DC4}" srcOrd="0" destOrd="1" presId="urn:microsoft.com/office/officeart/2005/8/layout/vList2"/>
    <dgm:cxn modelId="{03F119C3-4568-46BB-A87C-4A779E4BAC08}" srcId="{BA7F3F92-F435-4CF3-B2DF-4A16194E98D0}" destId="{32AAE029-7420-4C04-8DB8-84BEA9A2D98A}" srcOrd="0" destOrd="0" parTransId="{D56E0A98-475D-441D-8620-6D5BA7FAF2B9}" sibTransId="{D72B78A4-5571-4E3F-B653-5AF15C7C9F06}"/>
    <dgm:cxn modelId="{6CE7DEC5-A2AB-4EB3-8B0A-1C56ABF5128C}" srcId="{32AAE029-7420-4C04-8DB8-84BEA9A2D98A}" destId="{5CEFA4D3-4E75-45EE-81CF-B2F91FA367AB}" srcOrd="7" destOrd="0" parTransId="{B439A32E-CE07-4C2E-823E-6C3084729306}" sibTransId="{D515EABF-C527-4FD9-A543-EEA7387DEFF4}"/>
    <dgm:cxn modelId="{924E14CA-772B-8F46-B947-70330C2DC4DF}" type="presOf" srcId="{07482DC3-6242-4E60-B450-1EF6A165F5E2}" destId="{8BEB7D38-8D2C-8F4B-82B0-2CC8B02A1DC4}" srcOrd="0" destOrd="3" presId="urn:microsoft.com/office/officeart/2005/8/layout/vList2"/>
    <dgm:cxn modelId="{A2408CD9-DD1A-46BF-B274-9D2041551FE4}" srcId="{32AAE029-7420-4C04-8DB8-84BEA9A2D98A}" destId="{3D5D7E87-3497-41D9-8DA5-074178A042D7}" srcOrd="1" destOrd="0" parTransId="{90152DD0-1C26-4707-9533-8BC4C00FEE2C}" sibTransId="{0911FB87-7EF1-4FFB-A4A0-25444A86E37A}"/>
    <dgm:cxn modelId="{D7A59EE4-8061-4D14-B2E0-3A5700B82A1C}" srcId="{32AAE029-7420-4C04-8DB8-84BEA9A2D98A}" destId="{6C8A2EDB-F75C-47FE-AE64-236855DD2BF7}" srcOrd="4" destOrd="0" parTransId="{A56B57E8-B6C3-408C-8EEA-090E0E7B5A97}" sibTransId="{326A9E23-C91C-4455-B92D-550B27CF41FA}"/>
    <dgm:cxn modelId="{BC64D5F8-69EE-4C94-99BC-654495E01239}" srcId="{32AAE029-7420-4C04-8DB8-84BEA9A2D98A}" destId="{9610AD57-E5DD-49B4-9DE4-2DC72CF49829}" srcOrd="6" destOrd="0" parTransId="{BBC29AB0-115E-4DEF-AF28-A3B5EC511E8C}" sibTransId="{18C23D41-3BDB-4A32-BFAA-7DB477D36B1B}"/>
    <dgm:cxn modelId="{3DA931FD-F9F6-4C4E-9724-1F97BCEA9AC1}" type="presOf" srcId="{9610AD57-E5DD-49B4-9DE4-2DC72CF49829}" destId="{8BEB7D38-8D2C-8F4B-82B0-2CC8B02A1DC4}" srcOrd="0" destOrd="6" presId="urn:microsoft.com/office/officeart/2005/8/layout/vList2"/>
    <dgm:cxn modelId="{5E41788F-2B7B-0B48-80AD-E5CB8A480D69}" type="presParOf" srcId="{3711CBFA-3875-8540-A24A-9F2D5A0B7AB3}" destId="{4562F02B-49B3-8640-A17B-92C558AF082C}" srcOrd="0" destOrd="0" presId="urn:microsoft.com/office/officeart/2005/8/layout/vList2"/>
    <dgm:cxn modelId="{2A833004-8308-2B48-AA86-2FFBFC54DE8D}" type="presParOf" srcId="{3711CBFA-3875-8540-A24A-9F2D5A0B7AB3}" destId="{8BEB7D38-8D2C-8F4B-82B0-2CC8B02A1DC4}" srcOrd="1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1B50DE12-EA11-4188-A6DF-E5EAB98097AD}" type="doc">
      <dgm:prSet loTypeId="urn:microsoft.com/office/officeart/2008/layout/LinedList" loCatId="list" qsTypeId="urn:microsoft.com/office/officeart/2005/8/quickstyle/simple1" qsCatId="simple" csTypeId="urn:microsoft.com/office/officeart/2005/8/colors/accent2_2" csCatId="accent2" phldr="1"/>
      <dgm:spPr/>
      <dgm:t>
        <a:bodyPr/>
        <a:lstStyle/>
        <a:p>
          <a:endParaRPr lang="en-US"/>
        </a:p>
      </dgm:t>
    </dgm:pt>
    <dgm:pt modelId="{CEAB3492-D16A-469C-B5C5-CC322DA26A4B}">
      <dgm:prSet/>
      <dgm:spPr/>
      <dgm:t>
        <a:bodyPr/>
        <a:lstStyle/>
        <a:p>
          <a:r>
            <a:rPr lang="en-US" b="1"/>
            <a:t>Bug Fixes</a:t>
          </a:r>
          <a:endParaRPr lang="en-US"/>
        </a:p>
      </dgm:t>
    </dgm:pt>
    <dgm:pt modelId="{0EF0A933-E4D6-4B57-9D0D-A53FD16D5685}" type="parTrans" cxnId="{A9B70B69-0AC1-4B55-9A62-6601445FAC34}">
      <dgm:prSet/>
      <dgm:spPr/>
      <dgm:t>
        <a:bodyPr/>
        <a:lstStyle/>
        <a:p>
          <a:endParaRPr lang="en-US"/>
        </a:p>
      </dgm:t>
    </dgm:pt>
    <dgm:pt modelId="{027379A2-87A9-43D6-A06D-4354EFC816A8}" type="sibTrans" cxnId="{A9B70B69-0AC1-4B55-9A62-6601445FAC34}">
      <dgm:prSet/>
      <dgm:spPr/>
      <dgm:t>
        <a:bodyPr/>
        <a:lstStyle/>
        <a:p>
          <a:endParaRPr lang="en-US"/>
        </a:p>
      </dgm:t>
    </dgm:pt>
    <dgm:pt modelId="{D209AC00-3EAF-4E68-A167-279B6E289576}">
      <dgm:prSet/>
      <dgm:spPr/>
      <dgm:t>
        <a:bodyPr/>
        <a:lstStyle/>
        <a:p>
          <a:r>
            <a:rPr lang="en-US" dirty="0"/>
            <a:t>Duplicate search results</a:t>
          </a:r>
        </a:p>
      </dgm:t>
    </dgm:pt>
    <dgm:pt modelId="{A1EF1A11-D25C-4A3B-9488-646D9EB602B3}" type="parTrans" cxnId="{C8483F5B-64DD-4FD9-AB5B-A3FD7D1E471A}">
      <dgm:prSet/>
      <dgm:spPr/>
      <dgm:t>
        <a:bodyPr/>
        <a:lstStyle/>
        <a:p>
          <a:endParaRPr lang="en-US"/>
        </a:p>
      </dgm:t>
    </dgm:pt>
    <dgm:pt modelId="{0DDDCA7C-61FA-4590-954B-DAD7C0785DC8}" type="sibTrans" cxnId="{C8483F5B-64DD-4FD9-AB5B-A3FD7D1E471A}">
      <dgm:prSet/>
      <dgm:spPr/>
      <dgm:t>
        <a:bodyPr/>
        <a:lstStyle/>
        <a:p>
          <a:endParaRPr lang="en-US"/>
        </a:p>
      </dgm:t>
    </dgm:pt>
    <dgm:pt modelId="{E0A46E71-110B-41DB-89CA-A79F11F329DA}">
      <dgm:prSet/>
      <dgm:spPr/>
      <dgm:t>
        <a:bodyPr/>
        <a:lstStyle/>
        <a:p>
          <a:r>
            <a:rPr lang="en-US" dirty="0"/>
            <a:t>Layout/modal issues</a:t>
          </a:r>
        </a:p>
      </dgm:t>
    </dgm:pt>
    <dgm:pt modelId="{FD213F8E-B5C1-4ABC-AA3B-CCB6629D80CA}" type="parTrans" cxnId="{5129D18A-EBF3-40F0-9E7C-3E9FBB526CB6}">
      <dgm:prSet/>
      <dgm:spPr/>
      <dgm:t>
        <a:bodyPr/>
        <a:lstStyle/>
        <a:p>
          <a:endParaRPr lang="en-US"/>
        </a:p>
      </dgm:t>
    </dgm:pt>
    <dgm:pt modelId="{B9BCF9B0-BE7B-4689-A4FB-D0F1D167EE81}" type="sibTrans" cxnId="{5129D18A-EBF3-40F0-9E7C-3E9FBB526CB6}">
      <dgm:prSet/>
      <dgm:spPr/>
      <dgm:t>
        <a:bodyPr/>
        <a:lstStyle/>
        <a:p>
          <a:endParaRPr lang="en-US"/>
        </a:p>
      </dgm:t>
    </dgm:pt>
    <dgm:pt modelId="{069BED93-9356-4B92-988D-6E8D43355435}">
      <dgm:prSet/>
      <dgm:spPr/>
      <dgm:t>
        <a:bodyPr/>
        <a:lstStyle/>
        <a:p>
          <a:r>
            <a:rPr lang="en-US"/>
            <a:t>Other small bug fixes</a:t>
          </a:r>
        </a:p>
      </dgm:t>
    </dgm:pt>
    <dgm:pt modelId="{5189D1DC-3543-4C3C-921C-2C9F62338D78}" type="parTrans" cxnId="{16A891A3-C993-4E04-9AFC-C980678E889C}">
      <dgm:prSet/>
      <dgm:spPr/>
      <dgm:t>
        <a:bodyPr/>
        <a:lstStyle/>
        <a:p>
          <a:endParaRPr lang="en-US"/>
        </a:p>
      </dgm:t>
    </dgm:pt>
    <dgm:pt modelId="{87F62524-2C41-43AE-84C8-03717834433A}" type="sibTrans" cxnId="{16A891A3-C993-4E04-9AFC-C980678E889C}">
      <dgm:prSet/>
      <dgm:spPr/>
      <dgm:t>
        <a:bodyPr/>
        <a:lstStyle/>
        <a:p>
          <a:endParaRPr lang="en-US"/>
        </a:p>
      </dgm:t>
    </dgm:pt>
    <dgm:pt modelId="{B432D9E8-8D71-4AF5-936E-C899892F5FCB}">
      <dgm:prSet/>
      <dgm:spPr/>
      <dgm:t>
        <a:bodyPr/>
        <a:lstStyle/>
        <a:p>
          <a:r>
            <a:rPr lang="en-US" b="1"/>
            <a:t>Technical Challenges</a:t>
          </a:r>
          <a:endParaRPr lang="en-US"/>
        </a:p>
      </dgm:t>
    </dgm:pt>
    <dgm:pt modelId="{A6D50437-11CB-4F24-A2A1-9E1C4BB33FE2}" type="parTrans" cxnId="{D97C2271-0A4A-42E7-8855-B94BC6DCC3D7}">
      <dgm:prSet/>
      <dgm:spPr/>
      <dgm:t>
        <a:bodyPr/>
        <a:lstStyle/>
        <a:p>
          <a:endParaRPr lang="en-US"/>
        </a:p>
      </dgm:t>
    </dgm:pt>
    <dgm:pt modelId="{AFE2AE01-2C3E-4891-B3D1-CF9DC0AAD0EC}" type="sibTrans" cxnId="{D97C2271-0A4A-42E7-8855-B94BC6DCC3D7}">
      <dgm:prSet/>
      <dgm:spPr/>
      <dgm:t>
        <a:bodyPr/>
        <a:lstStyle/>
        <a:p>
          <a:endParaRPr lang="en-US"/>
        </a:p>
      </dgm:t>
    </dgm:pt>
    <dgm:pt modelId="{39BB2AAA-74A1-4E97-90E7-DD10EBFBEECB}">
      <dgm:prSet/>
      <dgm:spPr/>
      <dgm:t>
        <a:bodyPr/>
        <a:lstStyle/>
        <a:p>
          <a:r>
            <a:rPr lang="en-US" dirty="0"/>
            <a:t>Map scrolling conflicts in compass mode</a:t>
          </a:r>
        </a:p>
      </dgm:t>
    </dgm:pt>
    <dgm:pt modelId="{D4D4595B-5274-4B1C-B01E-ED25AAB453FC}" type="parTrans" cxnId="{129D7FC0-D2EE-4B03-A279-F393644E97A8}">
      <dgm:prSet/>
      <dgm:spPr/>
      <dgm:t>
        <a:bodyPr/>
        <a:lstStyle/>
        <a:p>
          <a:endParaRPr lang="en-US"/>
        </a:p>
      </dgm:t>
    </dgm:pt>
    <dgm:pt modelId="{05231460-2C7F-49CF-9D92-4EEBE3D4CAA0}" type="sibTrans" cxnId="{129D7FC0-D2EE-4B03-A279-F393644E97A8}">
      <dgm:prSet/>
      <dgm:spPr/>
      <dgm:t>
        <a:bodyPr/>
        <a:lstStyle/>
        <a:p>
          <a:endParaRPr lang="en-US"/>
        </a:p>
      </dgm:t>
    </dgm:pt>
    <dgm:pt modelId="{6ECB45BC-7F4A-4CA7-88A4-E2E2BE0B2DAE}">
      <dgm:prSet/>
      <dgm:spPr/>
      <dgm:t>
        <a:bodyPr/>
        <a:lstStyle/>
        <a:p>
          <a:r>
            <a:rPr lang="en-US" dirty="0"/>
            <a:t>Cross-device compatibility</a:t>
          </a:r>
        </a:p>
      </dgm:t>
    </dgm:pt>
    <dgm:pt modelId="{BC4C071C-C7F9-490A-8BF0-03C261677AF6}" type="parTrans" cxnId="{BFD8FD86-25BF-41DC-9B80-CFD7F7B0FF38}">
      <dgm:prSet/>
      <dgm:spPr/>
      <dgm:t>
        <a:bodyPr/>
        <a:lstStyle/>
        <a:p>
          <a:endParaRPr lang="en-US"/>
        </a:p>
      </dgm:t>
    </dgm:pt>
    <dgm:pt modelId="{772BAB69-4186-47E1-8E53-28BDAF414C42}" type="sibTrans" cxnId="{BFD8FD86-25BF-41DC-9B80-CFD7F7B0FF38}">
      <dgm:prSet/>
      <dgm:spPr/>
      <dgm:t>
        <a:bodyPr/>
        <a:lstStyle/>
        <a:p>
          <a:endParaRPr lang="en-US"/>
        </a:p>
      </dgm:t>
    </dgm:pt>
    <dgm:pt modelId="{53C663E7-2508-483F-A347-3E05341C853E}">
      <dgm:prSet/>
      <dgm:spPr/>
      <dgm:t>
        <a:bodyPr/>
        <a:lstStyle/>
        <a:p>
          <a:r>
            <a:rPr lang="en-US" dirty="0"/>
            <a:t>Deployment (Netlify/Firebase)</a:t>
          </a:r>
        </a:p>
      </dgm:t>
    </dgm:pt>
    <dgm:pt modelId="{13BBB8AC-653B-4814-810C-9BE500A54CB0}" type="parTrans" cxnId="{1C56D48D-E459-4D0D-94D6-1539136396B7}">
      <dgm:prSet/>
      <dgm:spPr/>
      <dgm:t>
        <a:bodyPr/>
        <a:lstStyle/>
        <a:p>
          <a:endParaRPr lang="en-US"/>
        </a:p>
      </dgm:t>
    </dgm:pt>
    <dgm:pt modelId="{4AE3614E-F6EA-4AF2-94EA-083C188754B8}" type="sibTrans" cxnId="{1C56D48D-E459-4D0D-94D6-1539136396B7}">
      <dgm:prSet/>
      <dgm:spPr/>
      <dgm:t>
        <a:bodyPr/>
        <a:lstStyle/>
        <a:p>
          <a:endParaRPr lang="en-US"/>
        </a:p>
      </dgm:t>
    </dgm:pt>
    <dgm:pt modelId="{EBF2B90B-0240-4A84-BE9E-EE46A8DB4A04}">
      <dgm:prSet/>
      <dgm:spPr/>
      <dgm:t>
        <a:bodyPr/>
        <a:lstStyle/>
        <a:p>
          <a:r>
            <a:rPr lang="en-US" dirty="0"/>
            <a:t>PWA offline</a:t>
          </a:r>
        </a:p>
      </dgm:t>
    </dgm:pt>
    <dgm:pt modelId="{899D24A4-4E35-4748-A4EE-34D115117AF1}" type="parTrans" cxnId="{311169E6-8A4F-44FD-AF52-0EEA25C5C133}">
      <dgm:prSet/>
      <dgm:spPr/>
      <dgm:t>
        <a:bodyPr/>
        <a:lstStyle/>
        <a:p>
          <a:endParaRPr lang="en-US"/>
        </a:p>
      </dgm:t>
    </dgm:pt>
    <dgm:pt modelId="{ED118922-8C2C-427E-B81F-D90F7ED3D706}" type="sibTrans" cxnId="{311169E6-8A4F-44FD-AF52-0EEA25C5C133}">
      <dgm:prSet/>
      <dgm:spPr/>
      <dgm:t>
        <a:bodyPr/>
        <a:lstStyle/>
        <a:p>
          <a:endParaRPr lang="en-US"/>
        </a:p>
      </dgm:t>
    </dgm:pt>
    <dgm:pt modelId="{78B64F30-6FE0-E643-A726-60CE580442D7}" type="pres">
      <dgm:prSet presAssocID="{1B50DE12-EA11-4188-A6DF-E5EAB98097AD}" presName="vert0" presStyleCnt="0">
        <dgm:presLayoutVars>
          <dgm:dir/>
          <dgm:animOne val="branch"/>
          <dgm:animLvl val="lvl"/>
        </dgm:presLayoutVars>
      </dgm:prSet>
      <dgm:spPr/>
    </dgm:pt>
    <dgm:pt modelId="{893E3EB0-38B3-1F4A-A19D-EA8E9A33A71F}" type="pres">
      <dgm:prSet presAssocID="{CEAB3492-D16A-469C-B5C5-CC322DA26A4B}" presName="thickLine" presStyleLbl="alignNode1" presStyleIdx="0" presStyleCnt="2"/>
      <dgm:spPr/>
    </dgm:pt>
    <dgm:pt modelId="{E451FB5E-DE74-EF46-AB1D-200B077027F2}" type="pres">
      <dgm:prSet presAssocID="{CEAB3492-D16A-469C-B5C5-CC322DA26A4B}" presName="horz1" presStyleCnt="0"/>
      <dgm:spPr/>
    </dgm:pt>
    <dgm:pt modelId="{4DD5F978-DF56-554C-A4CC-B4743F83A6FF}" type="pres">
      <dgm:prSet presAssocID="{CEAB3492-D16A-469C-B5C5-CC322DA26A4B}" presName="tx1" presStyleLbl="revTx" presStyleIdx="0" presStyleCnt="9"/>
      <dgm:spPr/>
    </dgm:pt>
    <dgm:pt modelId="{9D3C8D07-2543-864D-ABA3-1A0106969B92}" type="pres">
      <dgm:prSet presAssocID="{CEAB3492-D16A-469C-B5C5-CC322DA26A4B}" presName="vert1" presStyleCnt="0"/>
      <dgm:spPr/>
    </dgm:pt>
    <dgm:pt modelId="{D4AD3543-1548-B048-B60D-393E385A0ED6}" type="pres">
      <dgm:prSet presAssocID="{D209AC00-3EAF-4E68-A167-279B6E289576}" presName="vertSpace2a" presStyleCnt="0"/>
      <dgm:spPr/>
    </dgm:pt>
    <dgm:pt modelId="{8E9635C4-B5F8-9640-B2C5-0CFB303982F0}" type="pres">
      <dgm:prSet presAssocID="{D209AC00-3EAF-4E68-A167-279B6E289576}" presName="horz2" presStyleCnt="0"/>
      <dgm:spPr/>
    </dgm:pt>
    <dgm:pt modelId="{3256C82F-E9EC-2044-A2AF-EF23F08B3278}" type="pres">
      <dgm:prSet presAssocID="{D209AC00-3EAF-4E68-A167-279B6E289576}" presName="horzSpace2" presStyleCnt="0"/>
      <dgm:spPr/>
    </dgm:pt>
    <dgm:pt modelId="{A8A42772-4C5D-214E-ABC0-8979F9B5DB58}" type="pres">
      <dgm:prSet presAssocID="{D209AC00-3EAF-4E68-A167-279B6E289576}" presName="tx2" presStyleLbl="revTx" presStyleIdx="1" presStyleCnt="9"/>
      <dgm:spPr/>
    </dgm:pt>
    <dgm:pt modelId="{04BC4909-581A-F648-9CF4-69A7111943C6}" type="pres">
      <dgm:prSet presAssocID="{D209AC00-3EAF-4E68-A167-279B6E289576}" presName="vert2" presStyleCnt="0"/>
      <dgm:spPr/>
    </dgm:pt>
    <dgm:pt modelId="{5B4638B2-0BF8-CD48-AAD5-05654C9AF68D}" type="pres">
      <dgm:prSet presAssocID="{D209AC00-3EAF-4E68-A167-279B6E289576}" presName="thinLine2b" presStyleLbl="callout" presStyleIdx="0" presStyleCnt="7"/>
      <dgm:spPr/>
    </dgm:pt>
    <dgm:pt modelId="{7B24C9B0-0EB1-454D-B80F-ED27F74F8421}" type="pres">
      <dgm:prSet presAssocID="{D209AC00-3EAF-4E68-A167-279B6E289576}" presName="vertSpace2b" presStyleCnt="0"/>
      <dgm:spPr/>
    </dgm:pt>
    <dgm:pt modelId="{83902BA8-1FEA-294A-8FA8-79606341C9E0}" type="pres">
      <dgm:prSet presAssocID="{E0A46E71-110B-41DB-89CA-A79F11F329DA}" presName="horz2" presStyleCnt="0"/>
      <dgm:spPr/>
    </dgm:pt>
    <dgm:pt modelId="{EBCCB4B1-F05F-F64E-86C9-95F7EBC59BBD}" type="pres">
      <dgm:prSet presAssocID="{E0A46E71-110B-41DB-89CA-A79F11F329DA}" presName="horzSpace2" presStyleCnt="0"/>
      <dgm:spPr/>
    </dgm:pt>
    <dgm:pt modelId="{6F29739A-7B1D-854E-9FF9-BA39C68E519D}" type="pres">
      <dgm:prSet presAssocID="{E0A46E71-110B-41DB-89CA-A79F11F329DA}" presName="tx2" presStyleLbl="revTx" presStyleIdx="2" presStyleCnt="9"/>
      <dgm:spPr/>
    </dgm:pt>
    <dgm:pt modelId="{C998C447-70D5-5541-8474-51F78B87AD43}" type="pres">
      <dgm:prSet presAssocID="{E0A46E71-110B-41DB-89CA-A79F11F329DA}" presName="vert2" presStyleCnt="0"/>
      <dgm:spPr/>
    </dgm:pt>
    <dgm:pt modelId="{F992ED99-9A35-C142-8783-23CA164DE76F}" type="pres">
      <dgm:prSet presAssocID="{E0A46E71-110B-41DB-89CA-A79F11F329DA}" presName="thinLine2b" presStyleLbl="callout" presStyleIdx="1" presStyleCnt="7"/>
      <dgm:spPr/>
    </dgm:pt>
    <dgm:pt modelId="{CC4686F2-7AB0-D242-A7F0-8483DE40A2C2}" type="pres">
      <dgm:prSet presAssocID="{E0A46E71-110B-41DB-89CA-A79F11F329DA}" presName="vertSpace2b" presStyleCnt="0"/>
      <dgm:spPr/>
    </dgm:pt>
    <dgm:pt modelId="{CEAD7FEE-56C7-DC4F-8173-4288AAA3D203}" type="pres">
      <dgm:prSet presAssocID="{069BED93-9356-4B92-988D-6E8D43355435}" presName="horz2" presStyleCnt="0"/>
      <dgm:spPr/>
    </dgm:pt>
    <dgm:pt modelId="{CE95117E-B2DB-EA48-9DFE-A09F09CAFDFA}" type="pres">
      <dgm:prSet presAssocID="{069BED93-9356-4B92-988D-6E8D43355435}" presName="horzSpace2" presStyleCnt="0"/>
      <dgm:spPr/>
    </dgm:pt>
    <dgm:pt modelId="{0A274FDE-9498-644C-81C7-1C15EE03DA18}" type="pres">
      <dgm:prSet presAssocID="{069BED93-9356-4B92-988D-6E8D43355435}" presName="tx2" presStyleLbl="revTx" presStyleIdx="3" presStyleCnt="9"/>
      <dgm:spPr/>
    </dgm:pt>
    <dgm:pt modelId="{FE94FCDF-909D-C34A-861D-EE7730C71CEF}" type="pres">
      <dgm:prSet presAssocID="{069BED93-9356-4B92-988D-6E8D43355435}" presName="vert2" presStyleCnt="0"/>
      <dgm:spPr/>
    </dgm:pt>
    <dgm:pt modelId="{67F2DB23-78E1-E54E-BBC6-3D44E450F3E4}" type="pres">
      <dgm:prSet presAssocID="{069BED93-9356-4B92-988D-6E8D43355435}" presName="thinLine2b" presStyleLbl="callout" presStyleIdx="2" presStyleCnt="7"/>
      <dgm:spPr/>
    </dgm:pt>
    <dgm:pt modelId="{432A522F-53C5-4742-9626-9E899E8BB616}" type="pres">
      <dgm:prSet presAssocID="{069BED93-9356-4B92-988D-6E8D43355435}" presName="vertSpace2b" presStyleCnt="0"/>
      <dgm:spPr/>
    </dgm:pt>
    <dgm:pt modelId="{4D0D0704-B8B1-E84C-B44E-EDF09ECFAF89}" type="pres">
      <dgm:prSet presAssocID="{B432D9E8-8D71-4AF5-936E-C899892F5FCB}" presName="thickLine" presStyleLbl="alignNode1" presStyleIdx="1" presStyleCnt="2"/>
      <dgm:spPr/>
    </dgm:pt>
    <dgm:pt modelId="{25CD783C-8D7A-D341-A140-0E7846791846}" type="pres">
      <dgm:prSet presAssocID="{B432D9E8-8D71-4AF5-936E-C899892F5FCB}" presName="horz1" presStyleCnt="0"/>
      <dgm:spPr/>
    </dgm:pt>
    <dgm:pt modelId="{C2FA561D-1F4D-8C47-822E-B70532482E5C}" type="pres">
      <dgm:prSet presAssocID="{B432D9E8-8D71-4AF5-936E-C899892F5FCB}" presName="tx1" presStyleLbl="revTx" presStyleIdx="4" presStyleCnt="9"/>
      <dgm:spPr/>
    </dgm:pt>
    <dgm:pt modelId="{D2557F33-6B66-9548-A317-4AB8806487A3}" type="pres">
      <dgm:prSet presAssocID="{B432D9E8-8D71-4AF5-936E-C899892F5FCB}" presName="vert1" presStyleCnt="0"/>
      <dgm:spPr/>
    </dgm:pt>
    <dgm:pt modelId="{74E7CCBB-3FD3-F94B-A091-B24FC313339B}" type="pres">
      <dgm:prSet presAssocID="{39BB2AAA-74A1-4E97-90E7-DD10EBFBEECB}" presName="vertSpace2a" presStyleCnt="0"/>
      <dgm:spPr/>
    </dgm:pt>
    <dgm:pt modelId="{219F1359-3AFA-4249-81A1-208E885208B9}" type="pres">
      <dgm:prSet presAssocID="{39BB2AAA-74A1-4E97-90E7-DD10EBFBEECB}" presName="horz2" presStyleCnt="0"/>
      <dgm:spPr/>
    </dgm:pt>
    <dgm:pt modelId="{33EA1A46-FC68-0A44-B955-6EF930FD6A1D}" type="pres">
      <dgm:prSet presAssocID="{39BB2AAA-74A1-4E97-90E7-DD10EBFBEECB}" presName="horzSpace2" presStyleCnt="0"/>
      <dgm:spPr/>
    </dgm:pt>
    <dgm:pt modelId="{81C28D62-CF60-3F47-9A05-DBD1C4E255E8}" type="pres">
      <dgm:prSet presAssocID="{39BB2AAA-74A1-4E97-90E7-DD10EBFBEECB}" presName="tx2" presStyleLbl="revTx" presStyleIdx="5" presStyleCnt="9"/>
      <dgm:spPr/>
    </dgm:pt>
    <dgm:pt modelId="{1A2F51ED-7AB5-6D43-80BB-4E1412028E9F}" type="pres">
      <dgm:prSet presAssocID="{39BB2AAA-74A1-4E97-90E7-DD10EBFBEECB}" presName="vert2" presStyleCnt="0"/>
      <dgm:spPr/>
    </dgm:pt>
    <dgm:pt modelId="{B65EEA4B-0ED3-BC4C-82F1-59C42AF546A1}" type="pres">
      <dgm:prSet presAssocID="{39BB2AAA-74A1-4E97-90E7-DD10EBFBEECB}" presName="thinLine2b" presStyleLbl="callout" presStyleIdx="3" presStyleCnt="7"/>
      <dgm:spPr/>
    </dgm:pt>
    <dgm:pt modelId="{F76BCD08-0FC5-644A-86B4-20C2FFFC8ACF}" type="pres">
      <dgm:prSet presAssocID="{39BB2AAA-74A1-4E97-90E7-DD10EBFBEECB}" presName="vertSpace2b" presStyleCnt="0"/>
      <dgm:spPr/>
    </dgm:pt>
    <dgm:pt modelId="{5D8BE603-EC7B-AD44-AEA3-ED2E2ADFCD65}" type="pres">
      <dgm:prSet presAssocID="{6ECB45BC-7F4A-4CA7-88A4-E2E2BE0B2DAE}" presName="horz2" presStyleCnt="0"/>
      <dgm:spPr/>
    </dgm:pt>
    <dgm:pt modelId="{37B6933D-7EF4-8045-AD79-FFE79444E89D}" type="pres">
      <dgm:prSet presAssocID="{6ECB45BC-7F4A-4CA7-88A4-E2E2BE0B2DAE}" presName="horzSpace2" presStyleCnt="0"/>
      <dgm:spPr/>
    </dgm:pt>
    <dgm:pt modelId="{4FA0347B-ECA8-B14F-B1D6-6D5C5D9419B7}" type="pres">
      <dgm:prSet presAssocID="{6ECB45BC-7F4A-4CA7-88A4-E2E2BE0B2DAE}" presName="tx2" presStyleLbl="revTx" presStyleIdx="6" presStyleCnt="9"/>
      <dgm:spPr/>
    </dgm:pt>
    <dgm:pt modelId="{5A54312B-C47D-7040-9E9B-7CBED9BDC9C3}" type="pres">
      <dgm:prSet presAssocID="{6ECB45BC-7F4A-4CA7-88A4-E2E2BE0B2DAE}" presName="vert2" presStyleCnt="0"/>
      <dgm:spPr/>
    </dgm:pt>
    <dgm:pt modelId="{B055B60B-0778-EB41-B0C5-307472DC28F0}" type="pres">
      <dgm:prSet presAssocID="{6ECB45BC-7F4A-4CA7-88A4-E2E2BE0B2DAE}" presName="thinLine2b" presStyleLbl="callout" presStyleIdx="4" presStyleCnt="7"/>
      <dgm:spPr/>
    </dgm:pt>
    <dgm:pt modelId="{0A30D591-FCE2-434A-BC98-1DC945ED3BBD}" type="pres">
      <dgm:prSet presAssocID="{6ECB45BC-7F4A-4CA7-88A4-E2E2BE0B2DAE}" presName="vertSpace2b" presStyleCnt="0"/>
      <dgm:spPr/>
    </dgm:pt>
    <dgm:pt modelId="{3FBEFAC1-5645-D44B-890E-8348B0C44453}" type="pres">
      <dgm:prSet presAssocID="{53C663E7-2508-483F-A347-3E05341C853E}" presName="horz2" presStyleCnt="0"/>
      <dgm:spPr/>
    </dgm:pt>
    <dgm:pt modelId="{D29DA9CA-3C7E-8645-BD17-01F46D911D91}" type="pres">
      <dgm:prSet presAssocID="{53C663E7-2508-483F-A347-3E05341C853E}" presName="horzSpace2" presStyleCnt="0"/>
      <dgm:spPr/>
    </dgm:pt>
    <dgm:pt modelId="{F151178B-BC1C-B74D-883E-59C1D853B2E3}" type="pres">
      <dgm:prSet presAssocID="{53C663E7-2508-483F-A347-3E05341C853E}" presName="tx2" presStyleLbl="revTx" presStyleIdx="7" presStyleCnt="9"/>
      <dgm:spPr/>
    </dgm:pt>
    <dgm:pt modelId="{FABA3DA8-7EDE-EC4A-AFB3-6F75643A4907}" type="pres">
      <dgm:prSet presAssocID="{53C663E7-2508-483F-A347-3E05341C853E}" presName="vert2" presStyleCnt="0"/>
      <dgm:spPr/>
    </dgm:pt>
    <dgm:pt modelId="{CBE170F9-FCFE-D44D-A472-6B8F4C596C75}" type="pres">
      <dgm:prSet presAssocID="{53C663E7-2508-483F-A347-3E05341C853E}" presName="thinLine2b" presStyleLbl="callout" presStyleIdx="5" presStyleCnt="7"/>
      <dgm:spPr/>
    </dgm:pt>
    <dgm:pt modelId="{5FD4903B-D461-DD45-AD91-3E4ADE6DE53B}" type="pres">
      <dgm:prSet presAssocID="{53C663E7-2508-483F-A347-3E05341C853E}" presName="vertSpace2b" presStyleCnt="0"/>
      <dgm:spPr/>
    </dgm:pt>
    <dgm:pt modelId="{29DCF404-A34C-434A-B25A-DEDBB15BDD45}" type="pres">
      <dgm:prSet presAssocID="{EBF2B90B-0240-4A84-BE9E-EE46A8DB4A04}" presName="horz2" presStyleCnt="0"/>
      <dgm:spPr/>
    </dgm:pt>
    <dgm:pt modelId="{2E1705A3-7E3C-DE49-81BF-6E89E7E3CE7A}" type="pres">
      <dgm:prSet presAssocID="{EBF2B90B-0240-4A84-BE9E-EE46A8DB4A04}" presName="horzSpace2" presStyleCnt="0"/>
      <dgm:spPr/>
    </dgm:pt>
    <dgm:pt modelId="{59311BEB-378F-C64F-BF4C-E0221CB75E37}" type="pres">
      <dgm:prSet presAssocID="{EBF2B90B-0240-4A84-BE9E-EE46A8DB4A04}" presName="tx2" presStyleLbl="revTx" presStyleIdx="8" presStyleCnt="9"/>
      <dgm:spPr/>
    </dgm:pt>
    <dgm:pt modelId="{A73C5AEE-9552-914F-ACEE-48967BEE09C4}" type="pres">
      <dgm:prSet presAssocID="{EBF2B90B-0240-4A84-BE9E-EE46A8DB4A04}" presName="vert2" presStyleCnt="0"/>
      <dgm:spPr/>
    </dgm:pt>
    <dgm:pt modelId="{F3234B38-21F7-044F-AB18-9B15258250E8}" type="pres">
      <dgm:prSet presAssocID="{EBF2B90B-0240-4A84-BE9E-EE46A8DB4A04}" presName="thinLine2b" presStyleLbl="callout" presStyleIdx="6" presStyleCnt="7"/>
      <dgm:spPr/>
    </dgm:pt>
    <dgm:pt modelId="{8EA4297B-EA2F-1941-8DF8-DCECAE071481}" type="pres">
      <dgm:prSet presAssocID="{EBF2B90B-0240-4A84-BE9E-EE46A8DB4A04}" presName="vertSpace2b" presStyleCnt="0"/>
      <dgm:spPr/>
    </dgm:pt>
  </dgm:ptLst>
  <dgm:cxnLst>
    <dgm:cxn modelId="{DA506612-EB65-C045-BB66-CA52474FBC8F}" type="presOf" srcId="{39BB2AAA-74A1-4E97-90E7-DD10EBFBEECB}" destId="{81C28D62-CF60-3F47-9A05-DBD1C4E255E8}" srcOrd="0" destOrd="0" presId="urn:microsoft.com/office/officeart/2008/layout/LinedList"/>
    <dgm:cxn modelId="{70FC2E16-F3F7-9241-84FA-1BC105294E30}" type="presOf" srcId="{53C663E7-2508-483F-A347-3E05341C853E}" destId="{F151178B-BC1C-B74D-883E-59C1D853B2E3}" srcOrd="0" destOrd="0" presId="urn:microsoft.com/office/officeart/2008/layout/LinedList"/>
    <dgm:cxn modelId="{74BF1C30-EE4F-8946-8FB9-ADA8D781D8D0}" type="presOf" srcId="{E0A46E71-110B-41DB-89CA-A79F11F329DA}" destId="{6F29739A-7B1D-854E-9FF9-BA39C68E519D}" srcOrd="0" destOrd="0" presId="urn:microsoft.com/office/officeart/2008/layout/LinedList"/>
    <dgm:cxn modelId="{2787874F-A05E-EA44-9D68-98E9074AE1EA}" type="presOf" srcId="{069BED93-9356-4B92-988D-6E8D43355435}" destId="{0A274FDE-9498-644C-81C7-1C15EE03DA18}" srcOrd="0" destOrd="0" presId="urn:microsoft.com/office/officeart/2008/layout/LinedList"/>
    <dgm:cxn modelId="{C8483F5B-64DD-4FD9-AB5B-A3FD7D1E471A}" srcId="{CEAB3492-D16A-469C-B5C5-CC322DA26A4B}" destId="{D209AC00-3EAF-4E68-A167-279B6E289576}" srcOrd="0" destOrd="0" parTransId="{A1EF1A11-D25C-4A3B-9488-646D9EB602B3}" sibTransId="{0DDDCA7C-61FA-4590-954B-DAD7C0785DC8}"/>
    <dgm:cxn modelId="{C28D1D5F-B3E8-3649-9CDB-0604D17D374C}" type="presOf" srcId="{D209AC00-3EAF-4E68-A167-279B6E289576}" destId="{A8A42772-4C5D-214E-ABC0-8979F9B5DB58}" srcOrd="0" destOrd="0" presId="urn:microsoft.com/office/officeart/2008/layout/LinedList"/>
    <dgm:cxn modelId="{A9B70B69-0AC1-4B55-9A62-6601445FAC34}" srcId="{1B50DE12-EA11-4188-A6DF-E5EAB98097AD}" destId="{CEAB3492-D16A-469C-B5C5-CC322DA26A4B}" srcOrd="0" destOrd="0" parTransId="{0EF0A933-E4D6-4B57-9D0D-A53FD16D5685}" sibTransId="{027379A2-87A9-43D6-A06D-4354EFC816A8}"/>
    <dgm:cxn modelId="{D97C2271-0A4A-42E7-8855-B94BC6DCC3D7}" srcId="{1B50DE12-EA11-4188-A6DF-E5EAB98097AD}" destId="{B432D9E8-8D71-4AF5-936E-C899892F5FCB}" srcOrd="1" destOrd="0" parTransId="{A6D50437-11CB-4F24-A2A1-9E1C4BB33FE2}" sibTransId="{AFE2AE01-2C3E-4891-B3D1-CF9DC0AAD0EC}"/>
    <dgm:cxn modelId="{BFD8FD86-25BF-41DC-9B80-CFD7F7B0FF38}" srcId="{B432D9E8-8D71-4AF5-936E-C899892F5FCB}" destId="{6ECB45BC-7F4A-4CA7-88A4-E2E2BE0B2DAE}" srcOrd="1" destOrd="0" parTransId="{BC4C071C-C7F9-490A-8BF0-03C261677AF6}" sibTransId="{772BAB69-4186-47E1-8E53-28BDAF414C42}"/>
    <dgm:cxn modelId="{5129D18A-EBF3-40F0-9E7C-3E9FBB526CB6}" srcId="{CEAB3492-D16A-469C-B5C5-CC322DA26A4B}" destId="{E0A46E71-110B-41DB-89CA-A79F11F329DA}" srcOrd="1" destOrd="0" parTransId="{FD213F8E-B5C1-4ABC-AA3B-CCB6629D80CA}" sibTransId="{B9BCF9B0-BE7B-4689-A4FB-D0F1D167EE81}"/>
    <dgm:cxn modelId="{1C56D48D-E459-4D0D-94D6-1539136396B7}" srcId="{B432D9E8-8D71-4AF5-936E-C899892F5FCB}" destId="{53C663E7-2508-483F-A347-3E05341C853E}" srcOrd="2" destOrd="0" parTransId="{13BBB8AC-653B-4814-810C-9BE500A54CB0}" sibTransId="{4AE3614E-F6EA-4AF2-94EA-083C188754B8}"/>
    <dgm:cxn modelId="{EF50459A-91C1-ED4A-8B67-42E7CC5FDF60}" type="presOf" srcId="{CEAB3492-D16A-469C-B5C5-CC322DA26A4B}" destId="{4DD5F978-DF56-554C-A4CC-B4743F83A6FF}" srcOrd="0" destOrd="0" presId="urn:microsoft.com/office/officeart/2008/layout/LinedList"/>
    <dgm:cxn modelId="{16A891A3-C993-4E04-9AFC-C980678E889C}" srcId="{CEAB3492-D16A-469C-B5C5-CC322DA26A4B}" destId="{069BED93-9356-4B92-988D-6E8D43355435}" srcOrd="2" destOrd="0" parTransId="{5189D1DC-3543-4C3C-921C-2C9F62338D78}" sibTransId="{87F62524-2C41-43AE-84C8-03717834433A}"/>
    <dgm:cxn modelId="{17AD52AE-C26A-764F-A353-A0D2D784E7E0}" type="presOf" srcId="{EBF2B90B-0240-4A84-BE9E-EE46A8DB4A04}" destId="{59311BEB-378F-C64F-BF4C-E0221CB75E37}" srcOrd="0" destOrd="0" presId="urn:microsoft.com/office/officeart/2008/layout/LinedList"/>
    <dgm:cxn modelId="{93B716BD-C7F0-AD4C-B91D-870DCBC8F6BA}" type="presOf" srcId="{B432D9E8-8D71-4AF5-936E-C899892F5FCB}" destId="{C2FA561D-1F4D-8C47-822E-B70532482E5C}" srcOrd="0" destOrd="0" presId="urn:microsoft.com/office/officeart/2008/layout/LinedList"/>
    <dgm:cxn modelId="{129D7FC0-D2EE-4B03-A279-F393644E97A8}" srcId="{B432D9E8-8D71-4AF5-936E-C899892F5FCB}" destId="{39BB2AAA-74A1-4E97-90E7-DD10EBFBEECB}" srcOrd="0" destOrd="0" parTransId="{D4D4595B-5274-4B1C-B01E-ED25AAB453FC}" sibTransId="{05231460-2C7F-49CF-9D92-4EEBE3D4CAA0}"/>
    <dgm:cxn modelId="{311169E6-8A4F-44FD-AF52-0EEA25C5C133}" srcId="{B432D9E8-8D71-4AF5-936E-C899892F5FCB}" destId="{EBF2B90B-0240-4A84-BE9E-EE46A8DB4A04}" srcOrd="3" destOrd="0" parTransId="{899D24A4-4E35-4748-A4EE-34D115117AF1}" sibTransId="{ED118922-8C2C-427E-B81F-D90F7ED3D706}"/>
    <dgm:cxn modelId="{3B8C75EE-F519-424A-8966-3727B0C98A63}" type="presOf" srcId="{6ECB45BC-7F4A-4CA7-88A4-E2E2BE0B2DAE}" destId="{4FA0347B-ECA8-B14F-B1D6-6D5C5D9419B7}" srcOrd="0" destOrd="0" presId="urn:microsoft.com/office/officeart/2008/layout/LinedList"/>
    <dgm:cxn modelId="{9A708DF5-BA49-284A-9922-7DB9A865CF39}" type="presOf" srcId="{1B50DE12-EA11-4188-A6DF-E5EAB98097AD}" destId="{78B64F30-6FE0-E643-A726-60CE580442D7}" srcOrd="0" destOrd="0" presId="urn:microsoft.com/office/officeart/2008/layout/LinedList"/>
    <dgm:cxn modelId="{5A016412-828C-9E41-8118-D3D97948F99D}" type="presParOf" srcId="{78B64F30-6FE0-E643-A726-60CE580442D7}" destId="{893E3EB0-38B3-1F4A-A19D-EA8E9A33A71F}" srcOrd="0" destOrd="0" presId="urn:microsoft.com/office/officeart/2008/layout/LinedList"/>
    <dgm:cxn modelId="{A8305426-BADE-FC4B-AA68-8BC7110047CF}" type="presParOf" srcId="{78B64F30-6FE0-E643-A726-60CE580442D7}" destId="{E451FB5E-DE74-EF46-AB1D-200B077027F2}" srcOrd="1" destOrd="0" presId="urn:microsoft.com/office/officeart/2008/layout/LinedList"/>
    <dgm:cxn modelId="{4ED84E21-671E-A541-A67C-70BA20A909C7}" type="presParOf" srcId="{E451FB5E-DE74-EF46-AB1D-200B077027F2}" destId="{4DD5F978-DF56-554C-A4CC-B4743F83A6FF}" srcOrd="0" destOrd="0" presId="urn:microsoft.com/office/officeart/2008/layout/LinedList"/>
    <dgm:cxn modelId="{47A2B815-95BD-824D-837A-C6CC950B10ED}" type="presParOf" srcId="{E451FB5E-DE74-EF46-AB1D-200B077027F2}" destId="{9D3C8D07-2543-864D-ABA3-1A0106969B92}" srcOrd="1" destOrd="0" presId="urn:microsoft.com/office/officeart/2008/layout/LinedList"/>
    <dgm:cxn modelId="{91EC7E16-4188-CD4D-9742-0C9C1FE6850C}" type="presParOf" srcId="{9D3C8D07-2543-864D-ABA3-1A0106969B92}" destId="{D4AD3543-1548-B048-B60D-393E385A0ED6}" srcOrd="0" destOrd="0" presId="urn:microsoft.com/office/officeart/2008/layout/LinedList"/>
    <dgm:cxn modelId="{6D365E72-FB91-1949-BE8C-99E4CE11650E}" type="presParOf" srcId="{9D3C8D07-2543-864D-ABA3-1A0106969B92}" destId="{8E9635C4-B5F8-9640-B2C5-0CFB303982F0}" srcOrd="1" destOrd="0" presId="urn:microsoft.com/office/officeart/2008/layout/LinedList"/>
    <dgm:cxn modelId="{5D81A181-DB0A-EB49-9721-A0D91129D4A7}" type="presParOf" srcId="{8E9635C4-B5F8-9640-B2C5-0CFB303982F0}" destId="{3256C82F-E9EC-2044-A2AF-EF23F08B3278}" srcOrd="0" destOrd="0" presId="urn:microsoft.com/office/officeart/2008/layout/LinedList"/>
    <dgm:cxn modelId="{DE5785FD-6454-6542-8529-488E795C8E30}" type="presParOf" srcId="{8E9635C4-B5F8-9640-B2C5-0CFB303982F0}" destId="{A8A42772-4C5D-214E-ABC0-8979F9B5DB58}" srcOrd="1" destOrd="0" presId="urn:microsoft.com/office/officeart/2008/layout/LinedList"/>
    <dgm:cxn modelId="{6274374C-1055-0A4A-B63F-DB942A619C04}" type="presParOf" srcId="{8E9635C4-B5F8-9640-B2C5-0CFB303982F0}" destId="{04BC4909-581A-F648-9CF4-69A7111943C6}" srcOrd="2" destOrd="0" presId="urn:microsoft.com/office/officeart/2008/layout/LinedList"/>
    <dgm:cxn modelId="{50A9208A-FA3F-C040-A06A-9BB1B397A63F}" type="presParOf" srcId="{9D3C8D07-2543-864D-ABA3-1A0106969B92}" destId="{5B4638B2-0BF8-CD48-AAD5-05654C9AF68D}" srcOrd="2" destOrd="0" presId="urn:microsoft.com/office/officeart/2008/layout/LinedList"/>
    <dgm:cxn modelId="{9EB63D88-98B6-C749-8BBF-873E04D3FF8E}" type="presParOf" srcId="{9D3C8D07-2543-864D-ABA3-1A0106969B92}" destId="{7B24C9B0-0EB1-454D-B80F-ED27F74F8421}" srcOrd="3" destOrd="0" presId="urn:microsoft.com/office/officeart/2008/layout/LinedList"/>
    <dgm:cxn modelId="{BCF61C61-AF0B-F243-9A3E-0633F8750465}" type="presParOf" srcId="{9D3C8D07-2543-864D-ABA3-1A0106969B92}" destId="{83902BA8-1FEA-294A-8FA8-79606341C9E0}" srcOrd="4" destOrd="0" presId="urn:microsoft.com/office/officeart/2008/layout/LinedList"/>
    <dgm:cxn modelId="{11D1F558-28A2-F74C-AFAA-7C1A69C90C9A}" type="presParOf" srcId="{83902BA8-1FEA-294A-8FA8-79606341C9E0}" destId="{EBCCB4B1-F05F-F64E-86C9-95F7EBC59BBD}" srcOrd="0" destOrd="0" presId="urn:microsoft.com/office/officeart/2008/layout/LinedList"/>
    <dgm:cxn modelId="{6ADD2653-4BE5-E64D-A345-AE83A20D46D2}" type="presParOf" srcId="{83902BA8-1FEA-294A-8FA8-79606341C9E0}" destId="{6F29739A-7B1D-854E-9FF9-BA39C68E519D}" srcOrd="1" destOrd="0" presId="urn:microsoft.com/office/officeart/2008/layout/LinedList"/>
    <dgm:cxn modelId="{9CEE850D-6444-B34D-BDAA-8400FF977BFE}" type="presParOf" srcId="{83902BA8-1FEA-294A-8FA8-79606341C9E0}" destId="{C998C447-70D5-5541-8474-51F78B87AD43}" srcOrd="2" destOrd="0" presId="urn:microsoft.com/office/officeart/2008/layout/LinedList"/>
    <dgm:cxn modelId="{F879D263-ACD6-5444-9533-B577A28031F3}" type="presParOf" srcId="{9D3C8D07-2543-864D-ABA3-1A0106969B92}" destId="{F992ED99-9A35-C142-8783-23CA164DE76F}" srcOrd="5" destOrd="0" presId="urn:microsoft.com/office/officeart/2008/layout/LinedList"/>
    <dgm:cxn modelId="{29365EBE-F28E-4649-A0FC-D97992FBED24}" type="presParOf" srcId="{9D3C8D07-2543-864D-ABA3-1A0106969B92}" destId="{CC4686F2-7AB0-D242-A7F0-8483DE40A2C2}" srcOrd="6" destOrd="0" presId="urn:microsoft.com/office/officeart/2008/layout/LinedList"/>
    <dgm:cxn modelId="{7BB11E66-E444-E049-9743-259E313C468E}" type="presParOf" srcId="{9D3C8D07-2543-864D-ABA3-1A0106969B92}" destId="{CEAD7FEE-56C7-DC4F-8173-4288AAA3D203}" srcOrd="7" destOrd="0" presId="urn:microsoft.com/office/officeart/2008/layout/LinedList"/>
    <dgm:cxn modelId="{9A7CDA05-5DDC-CE42-A191-C7641766022F}" type="presParOf" srcId="{CEAD7FEE-56C7-DC4F-8173-4288AAA3D203}" destId="{CE95117E-B2DB-EA48-9DFE-A09F09CAFDFA}" srcOrd="0" destOrd="0" presId="urn:microsoft.com/office/officeart/2008/layout/LinedList"/>
    <dgm:cxn modelId="{9EFAE1E2-76CB-6548-80B4-E48357428CE3}" type="presParOf" srcId="{CEAD7FEE-56C7-DC4F-8173-4288AAA3D203}" destId="{0A274FDE-9498-644C-81C7-1C15EE03DA18}" srcOrd="1" destOrd="0" presId="urn:microsoft.com/office/officeart/2008/layout/LinedList"/>
    <dgm:cxn modelId="{70B7AAEC-EFF9-4D45-923B-D020124421B3}" type="presParOf" srcId="{CEAD7FEE-56C7-DC4F-8173-4288AAA3D203}" destId="{FE94FCDF-909D-C34A-861D-EE7730C71CEF}" srcOrd="2" destOrd="0" presId="urn:microsoft.com/office/officeart/2008/layout/LinedList"/>
    <dgm:cxn modelId="{4DFA6A47-0E6F-8343-A5F1-81B578745019}" type="presParOf" srcId="{9D3C8D07-2543-864D-ABA3-1A0106969B92}" destId="{67F2DB23-78E1-E54E-BBC6-3D44E450F3E4}" srcOrd="8" destOrd="0" presId="urn:microsoft.com/office/officeart/2008/layout/LinedList"/>
    <dgm:cxn modelId="{BAD2018B-B14C-E045-88FB-4B138985D02D}" type="presParOf" srcId="{9D3C8D07-2543-864D-ABA3-1A0106969B92}" destId="{432A522F-53C5-4742-9626-9E899E8BB616}" srcOrd="9" destOrd="0" presId="urn:microsoft.com/office/officeart/2008/layout/LinedList"/>
    <dgm:cxn modelId="{DC2BEBAA-52F1-7D4E-8054-23049CD929B2}" type="presParOf" srcId="{78B64F30-6FE0-E643-A726-60CE580442D7}" destId="{4D0D0704-B8B1-E84C-B44E-EDF09ECFAF89}" srcOrd="2" destOrd="0" presId="urn:microsoft.com/office/officeart/2008/layout/LinedList"/>
    <dgm:cxn modelId="{35EF758F-1F40-B24D-9BB3-C15D250DA514}" type="presParOf" srcId="{78B64F30-6FE0-E643-A726-60CE580442D7}" destId="{25CD783C-8D7A-D341-A140-0E7846791846}" srcOrd="3" destOrd="0" presId="urn:microsoft.com/office/officeart/2008/layout/LinedList"/>
    <dgm:cxn modelId="{0BF4C9AB-D39F-DF4E-B4DC-0E731DB40AC3}" type="presParOf" srcId="{25CD783C-8D7A-D341-A140-0E7846791846}" destId="{C2FA561D-1F4D-8C47-822E-B70532482E5C}" srcOrd="0" destOrd="0" presId="urn:microsoft.com/office/officeart/2008/layout/LinedList"/>
    <dgm:cxn modelId="{72AB67C0-3816-5A49-A004-A84C6F425B6E}" type="presParOf" srcId="{25CD783C-8D7A-D341-A140-0E7846791846}" destId="{D2557F33-6B66-9548-A317-4AB8806487A3}" srcOrd="1" destOrd="0" presId="urn:microsoft.com/office/officeart/2008/layout/LinedList"/>
    <dgm:cxn modelId="{00A27539-E668-BA40-BDA6-E061479CD757}" type="presParOf" srcId="{D2557F33-6B66-9548-A317-4AB8806487A3}" destId="{74E7CCBB-3FD3-F94B-A091-B24FC313339B}" srcOrd="0" destOrd="0" presId="urn:microsoft.com/office/officeart/2008/layout/LinedList"/>
    <dgm:cxn modelId="{769BB430-9EF6-2A4B-8D09-7CB01452DFDD}" type="presParOf" srcId="{D2557F33-6B66-9548-A317-4AB8806487A3}" destId="{219F1359-3AFA-4249-81A1-208E885208B9}" srcOrd="1" destOrd="0" presId="urn:microsoft.com/office/officeart/2008/layout/LinedList"/>
    <dgm:cxn modelId="{5F7C3979-0739-B746-A765-CE34430492BF}" type="presParOf" srcId="{219F1359-3AFA-4249-81A1-208E885208B9}" destId="{33EA1A46-FC68-0A44-B955-6EF930FD6A1D}" srcOrd="0" destOrd="0" presId="urn:microsoft.com/office/officeart/2008/layout/LinedList"/>
    <dgm:cxn modelId="{EDC32A7F-8B0F-F94F-A7EB-E371671D5D2B}" type="presParOf" srcId="{219F1359-3AFA-4249-81A1-208E885208B9}" destId="{81C28D62-CF60-3F47-9A05-DBD1C4E255E8}" srcOrd="1" destOrd="0" presId="urn:microsoft.com/office/officeart/2008/layout/LinedList"/>
    <dgm:cxn modelId="{C7E02A14-3BD6-7246-8ECE-D160422824DB}" type="presParOf" srcId="{219F1359-3AFA-4249-81A1-208E885208B9}" destId="{1A2F51ED-7AB5-6D43-80BB-4E1412028E9F}" srcOrd="2" destOrd="0" presId="urn:microsoft.com/office/officeart/2008/layout/LinedList"/>
    <dgm:cxn modelId="{0BE4579A-337D-DF42-896D-1DBEC05C77E4}" type="presParOf" srcId="{D2557F33-6B66-9548-A317-4AB8806487A3}" destId="{B65EEA4B-0ED3-BC4C-82F1-59C42AF546A1}" srcOrd="2" destOrd="0" presId="urn:microsoft.com/office/officeart/2008/layout/LinedList"/>
    <dgm:cxn modelId="{BDD28680-7D3E-564E-9AE6-4E91EEE822C0}" type="presParOf" srcId="{D2557F33-6B66-9548-A317-4AB8806487A3}" destId="{F76BCD08-0FC5-644A-86B4-20C2FFFC8ACF}" srcOrd="3" destOrd="0" presId="urn:microsoft.com/office/officeart/2008/layout/LinedList"/>
    <dgm:cxn modelId="{6AAC8F0E-3C40-0948-B0F4-C63C3B9529F6}" type="presParOf" srcId="{D2557F33-6B66-9548-A317-4AB8806487A3}" destId="{5D8BE603-EC7B-AD44-AEA3-ED2E2ADFCD65}" srcOrd="4" destOrd="0" presId="urn:microsoft.com/office/officeart/2008/layout/LinedList"/>
    <dgm:cxn modelId="{747A4280-E241-DE4A-8C54-25E4B639FE2D}" type="presParOf" srcId="{5D8BE603-EC7B-AD44-AEA3-ED2E2ADFCD65}" destId="{37B6933D-7EF4-8045-AD79-FFE79444E89D}" srcOrd="0" destOrd="0" presId="urn:microsoft.com/office/officeart/2008/layout/LinedList"/>
    <dgm:cxn modelId="{B7FFCBBA-FD12-D942-9C8F-D87569508779}" type="presParOf" srcId="{5D8BE603-EC7B-AD44-AEA3-ED2E2ADFCD65}" destId="{4FA0347B-ECA8-B14F-B1D6-6D5C5D9419B7}" srcOrd="1" destOrd="0" presId="urn:microsoft.com/office/officeart/2008/layout/LinedList"/>
    <dgm:cxn modelId="{11066111-08D1-A149-AE8F-0DCDB3717C3D}" type="presParOf" srcId="{5D8BE603-EC7B-AD44-AEA3-ED2E2ADFCD65}" destId="{5A54312B-C47D-7040-9E9B-7CBED9BDC9C3}" srcOrd="2" destOrd="0" presId="urn:microsoft.com/office/officeart/2008/layout/LinedList"/>
    <dgm:cxn modelId="{5FA0973B-4699-4B44-8822-AF69FC55B0B9}" type="presParOf" srcId="{D2557F33-6B66-9548-A317-4AB8806487A3}" destId="{B055B60B-0778-EB41-B0C5-307472DC28F0}" srcOrd="5" destOrd="0" presId="urn:microsoft.com/office/officeart/2008/layout/LinedList"/>
    <dgm:cxn modelId="{DF103B31-089F-E04E-A004-DE00AAC3385E}" type="presParOf" srcId="{D2557F33-6B66-9548-A317-4AB8806487A3}" destId="{0A30D591-FCE2-434A-BC98-1DC945ED3BBD}" srcOrd="6" destOrd="0" presId="urn:microsoft.com/office/officeart/2008/layout/LinedList"/>
    <dgm:cxn modelId="{FAA530CA-C7D1-8B40-9319-DE5860AB7B8A}" type="presParOf" srcId="{D2557F33-6B66-9548-A317-4AB8806487A3}" destId="{3FBEFAC1-5645-D44B-890E-8348B0C44453}" srcOrd="7" destOrd="0" presId="urn:microsoft.com/office/officeart/2008/layout/LinedList"/>
    <dgm:cxn modelId="{3D2EE83F-6C30-F540-AC85-19468595EE6B}" type="presParOf" srcId="{3FBEFAC1-5645-D44B-890E-8348B0C44453}" destId="{D29DA9CA-3C7E-8645-BD17-01F46D911D91}" srcOrd="0" destOrd="0" presId="urn:microsoft.com/office/officeart/2008/layout/LinedList"/>
    <dgm:cxn modelId="{32FAE56E-62BC-4046-8D06-6719B4913BD6}" type="presParOf" srcId="{3FBEFAC1-5645-D44B-890E-8348B0C44453}" destId="{F151178B-BC1C-B74D-883E-59C1D853B2E3}" srcOrd="1" destOrd="0" presId="urn:microsoft.com/office/officeart/2008/layout/LinedList"/>
    <dgm:cxn modelId="{1A988E54-D6F4-8D43-B39D-790C0FB3E407}" type="presParOf" srcId="{3FBEFAC1-5645-D44B-890E-8348B0C44453}" destId="{FABA3DA8-7EDE-EC4A-AFB3-6F75643A4907}" srcOrd="2" destOrd="0" presId="urn:microsoft.com/office/officeart/2008/layout/LinedList"/>
    <dgm:cxn modelId="{AC4D8E13-D42F-2E4A-8066-817DFC040645}" type="presParOf" srcId="{D2557F33-6B66-9548-A317-4AB8806487A3}" destId="{CBE170F9-FCFE-D44D-A472-6B8F4C596C75}" srcOrd="8" destOrd="0" presId="urn:microsoft.com/office/officeart/2008/layout/LinedList"/>
    <dgm:cxn modelId="{24873E37-5994-3A46-9796-1C6492EF37CF}" type="presParOf" srcId="{D2557F33-6B66-9548-A317-4AB8806487A3}" destId="{5FD4903B-D461-DD45-AD91-3E4ADE6DE53B}" srcOrd="9" destOrd="0" presId="urn:microsoft.com/office/officeart/2008/layout/LinedList"/>
    <dgm:cxn modelId="{5528E32A-A299-664C-9248-C082C3B56A55}" type="presParOf" srcId="{D2557F33-6B66-9548-A317-4AB8806487A3}" destId="{29DCF404-A34C-434A-B25A-DEDBB15BDD45}" srcOrd="10" destOrd="0" presId="urn:microsoft.com/office/officeart/2008/layout/LinedList"/>
    <dgm:cxn modelId="{F2560654-4D26-794A-AA73-B7CD2A678BA4}" type="presParOf" srcId="{29DCF404-A34C-434A-B25A-DEDBB15BDD45}" destId="{2E1705A3-7E3C-DE49-81BF-6E89E7E3CE7A}" srcOrd="0" destOrd="0" presId="urn:microsoft.com/office/officeart/2008/layout/LinedList"/>
    <dgm:cxn modelId="{CF34937A-5A78-144C-B284-DF4E530D10B8}" type="presParOf" srcId="{29DCF404-A34C-434A-B25A-DEDBB15BDD45}" destId="{59311BEB-378F-C64F-BF4C-E0221CB75E37}" srcOrd="1" destOrd="0" presId="urn:microsoft.com/office/officeart/2008/layout/LinedList"/>
    <dgm:cxn modelId="{C25DA34D-0630-FF40-B81E-321870FFD8AC}" type="presParOf" srcId="{29DCF404-A34C-434A-B25A-DEDBB15BDD45}" destId="{A73C5AEE-9552-914F-ACEE-48967BEE09C4}" srcOrd="2" destOrd="0" presId="urn:microsoft.com/office/officeart/2008/layout/LinedList"/>
    <dgm:cxn modelId="{F72993BE-CDA8-BB44-B3C8-522B4487CF2D}" type="presParOf" srcId="{D2557F33-6B66-9548-A317-4AB8806487A3}" destId="{F3234B38-21F7-044F-AB18-9B15258250E8}" srcOrd="11" destOrd="0" presId="urn:microsoft.com/office/officeart/2008/layout/LinedList"/>
    <dgm:cxn modelId="{670D540A-3BDD-1F46-BE93-131584B36B34}" type="presParOf" srcId="{D2557F33-6B66-9548-A317-4AB8806487A3}" destId="{8EA4297B-EA2F-1941-8DF8-DCECAE071481}" srcOrd="12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84E7E67-58D5-D44E-AF32-2E3ADD5FB73C}">
      <dsp:nvSpPr>
        <dsp:cNvPr id="0" name=""/>
        <dsp:cNvSpPr/>
      </dsp:nvSpPr>
      <dsp:spPr>
        <a:xfrm>
          <a:off x="0" y="377045"/>
          <a:ext cx="6172199" cy="1216800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82880" tIns="182880" rIns="182880" bIns="182880" numCol="1" spcCol="1270" anchor="ctr" anchorCtr="0">
          <a:noAutofit/>
        </a:bodyPr>
        <a:lstStyle/>
        <a:p>
          <a:pPr marL="0" lvl="0" indent="0" algn="l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800" b="1" kern="1200" dirty="0"/>
            <a:t>Vision</a:t>
          </a:r>
          <a:endParaRPr lang="en-US" sz="4800" kern="1200" dirty="0"/>
        </a:p>
      </dsp:txBody>
      <dsp:txXfrm>
        <a:off x="59399" y="436444"/>
        <a:ext cx="6053401" cy="1098002"/>
      </dsp:txXfrm>
    </dsp:sp>
    <dsp:sp modelId="{B9EC2E4B-B1F7-6140-9E08-33FDC86C2722}">
      <dsp:nvSpPr>
        <dsp:cNvPr id="0" name=""/>
        <dsp:cNvSpPr/>
      </dsp:nvSpPr>
      <dsp:spPr>
        <a:xfrm>
          <a:off x="0" y="1565162"/>
          <a:ext cx="6172199" cy="296009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5967" tIns="25400" rIns="142240" bIns="25400" numCol="1" spcCol="1270" anchor="t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endParaRPr lang="en-US" sz="2000" b="1" kern="1200" dirty="0"/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000" b="1" kern="1200" dirty="0"/>
            <a:t>Create an interactive campus arboretum app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endParaRPr lang="en-US" sz="2000" b="1" kern="1200" dirty="0"/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000" b="1" kern="1200" dirty="0"/>
            <a:t>Engage students, faculty, and campus visitors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endParaRPr lang="en-US" sz="2000" b="1" kern="1200" dirty="0"/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000" b="1" kern="1200" dirty="0"/>
            <a:t>Foster interest in Calvin's diverse ecosystem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endParaRPr lang="en-US" sz="2000" b="1" kern="1200" dirty="0"/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000" b="1" kern="1200" dirty="0"/>
            <a:t>Polish existing UI and introduce new features</a:t>
          </a:r>
        </a:p>
      </dsp:txBody>
      <dsp:txXfrm>
        <a:off x="0" y="1565162"/>
        <a:ext cx="6172199" cy="2960099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562F02B-49B3-8640-A17B-92C558AF082C}">
      <dsp:nvSpPr>
        <dsp:cNvPr id="0" name=""/>
        <dsp:cNvSpPr/>
      </dsp:nvSpPr>
      <dsp:spPr>
        <a:xfrm>
          <a:off x="0" y="272312"/>
          <a:ext cx="6172199" cy="6692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b="1" kern="1200" dirty="0"/>
            <a:t>Core Features</a:t>
          </a:r>
          <a:endParaRPr lang="en-US" sz="2600" kern="1200" dirty="0"/>
        </a:p>
      </dsp:txBody>
      <dsp:txXfrm>
        <a:off x="32670" y="304982"/>
        <a:ext cx="6106859" cy="603900"/>
      </dsp:txXfrm>
    </dsp:sp>
    <dsp:sp modelId="{8BEB7D38-8D2C-8F4B-82B0-2CC8B02A1DC4}">
      <dsp:nvSpPr>
        <dsp:cNvPr id="0" name=""/>
        <dsp:cNvSpPr/>
      </dsp:nvSpPr>
      <dsp:spPr>
        <a:xfrm>
          <a:off x="0" y="941552"/>
          <a:ext cx="6172199" cy="36597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5967" tIns="33020" rIns="184912" bIns="33020" numCol="1" spcCol="1270" anchor="t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000" kern="1200" dirty="0"/>
            <a:t>Real-time Geolocation Tracking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000" kern="1200"/>
            <a:t>Interactive Tree Map with 113+ trees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000" kern="1200"/>
            <a:t>Smart Proximity Detection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000" kern="1200" dirty="0"/>
            <a:t>Random Walking Tour with turn-by-turn routes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000" kern="1200"/>
            <a:t>Bob Speelman’s Favorite Trees Tour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000" kern="1200"/>
            <a:t>Detailed Tree Info cards with photos and data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000" kern="1200"/>
            <a:t>Mobile-Optimized UI (Ionic framework)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000" kern="1200"/>
            <a:t>Admin CRUD Interface for tree data management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000" kern="1200"/>
            <a:t>Progressive Web App (PWA) with offline capability</a:t>
          </a:r>
        </a:p>
      </dsp:txBody>
      <dsp:txXfrm>
        <a:off x="0" y="941552"/>
        <a:ext cx="6172199" cy="365976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93E3EB0-38B3-1F4A-A19D-EA8E9A33A71F}">
      <dsp:nvSpPr>
        <dsp:cNvPr id="0" name=""/>
        <dsp:cNvSpPr/>
      </dsp:nvSpPr>
      <dsp:spPr>
        <a:xfrm>
          <a:off x="0" y="0"/>
          <a:ext cx="6172199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DD5F978-DF56-554C-A4CC-B4743F83A6FF}">
      <dsp:nvSpPr>
        <dsp:cNvPr id="0" name=""/>
        <dsp:cNvSpPr/>
      </dsp:nvSpPr>
      <dsp:spPr>
        <a:xfrm>
          <a:off x="0" y="0"/>
          <a:ext cx="1234440" cy="24368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1" kern="1200"/>
            <a:t>Bug Fixes</a:t>
          </a:r>
          <a:endParaRPr lang="en-US" sz="1700" kern="1200"/>
        </a:p>
      </dsp:txBody>
      <dsp:txXfrm>
        <a:off x="0" y="0"/>
        <a:ext cx="1234440" cy="2436812"/>
      </dsp:txXfrm>
    </dsp:sp>
    <dsp:sp modelId="{A8A42772-4C5D-214E-ABC0-8979F9B5DB58}">
      <dsp:nvSpPr>
        <dsp:cNvPr id="0" name=""/>
        <dsp:cNvSpPr/>
      </dsp:nvSpPr>
      <dsp:spPr>
        <a:xfrm>
          <a:off x="1327023" y="38075"/>
          <a:ext cx="4845176" cy="76150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Duplicate search results</a:t>
          </a:r>
        </a:p>
      </dsp:txBody>
      <dsp:txXfrm>
        <a:off x="1327023" y="38075"/>
        <a:ext cx="4845176" cy="761503"/>
      </dsp:txXfrm>
    </dsp:sp>
    <dsp:sp modelId="{5B4638B2-0BF8-CD48-AAD5-05654C9AF68D}">
      <dsp:nvSpPr>
        <dsp:cNvPr id="0" name=""/>
        <dsp:cNvSpPr/>
      </dsp:nvSpPr>
      <dsp:spPr>
        <a:xfrm>
          <a:off x="1234440" y="799579"/>
          <a:ext cx="4937760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F29739A-7B1D-854E-9FF9-BA39C68E519D}">
      <dsp:nvSpPr>
        <dsp:cNvPr id="0" name=""/>
        <dsp:cNvSpPr/>
      </dsp:nvSpPr>
      <dsp:spPr>
        <a:xfrm>
          <a:off x="1327023" y="837654"/>
          <a:ext cx="4845176" cy="76150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Layout/modal issues</a:t>
          </a:r>
        </a:p>
      </dsp:txBody>
      <dsp:txXfrm>
        <a:off x="1327023" y="837654"/>
        <a:ext cx="4845176" cy="761503"/>
      </dsp:txXfrm>
    </dsp:sp>
    <dsp:sp modelId="{F992ED99-9A35-C142-8783-23CA164DE76F}">
      <dsp:nvSpPr>
        <dsp:cNvPr id="0" name=""/>
        <dsp:cNvSpPr/>
      </dsp:nvSpPr>
      <dsp:spPr>
        <a:xfrm>
          <a:off x="1234440" y="1599158"/>
          <a:ext cx="4937760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A274FDE-9498-644C-81C7-1C15EE03DA18}">
      <dsp:nvSpPr>
        <dsp:cNvPr id="0" name=""/>
        <dsp:cNvSpPr/>
      </dsp:nvSpPr>
      <dsp:spPr>
        <a:xfrm>
          <a:off x="1327023" y="1637233"/>
          <a:ext cx="4845176" cy="76150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Other small bug fixes</a:t>
          </a:r>
        </a:p>
      </dsp:txBody>
      <dsp:txXfrm>
        <a:off x="1327023" y="1637233"/>
        <a:ext cx="4845176" cy="761503"/>
      </dsp:txXfrm>
    </dsp:sp>
    <dsp:sp modelId="{67F2DB23-78E1-E54E-BBC6-3D44E450F3E4}">
      <dsp:nvSpPr>
        <dsp:cNvPr id="0" name=""/>
        <dsp:cNvSpPr/>
      </dsp:nvSpPr>
      <dsp:spPr>
        <a:xfrm>
          <a:off x="1234440" y="2398737"/>
          <a:ext cx="4937760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D0D0704-B8B1-E84C-B44E-EDF09ECFAF89}">
      <dsp:nvSpPr>
        <dsp:cNvPr id="0" name=""/>
        <dsp:cNvSpPr/>
      </dsp:nvSpPr>
      <dsp:spPr>
        <a:xfrm>
          <a:off x="0" y="2436812"/>
          <a:ext cx="6172199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2FA561D-1F4D-8C47-822E-B70532482E5C}">
      <dsp:nvSpPr>
        <dsp:cNvPr id="0" name=""/>
        <dsp:cNvSpPr/>
      </dsp:nvSpPr>
      <dsp:spPr>
        <a:xfrm>
          <a:off x="0" y="2436812"/>
          <a:ext cx="1234440" cy="24368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1" kern="1200"/>
            <a:t>Technical Challenges</a:t>
          </a:r>
          <a:endParaRPr lang="en-US" sz="1700" kern="1200"/>
        </a:p>
      </dsp:txBody>
      <dsp:txXfrm>
        <a:off x="0" y="2436812"/>
        <a:ext cx="1234440" cy="2436812"/>
      </dsp:txXfrm>
    </dsp:sp>
    <dsp:sp modelId="{81C28D62-CF60-3F47-9A05-DBD1C4E255E8}">
      <dsp:nvSpPr>
        <dsp:cNvPr id="0" name=""/>
        <dsp:cNvSpPr/>
      </dsp:nvSpPr>
      <dsp:spPr>
        <a:xfrm>
          <a:off x="1327023" y="2465458"/>
          <a:ext cx="4845176" cy="5729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Map scrolling conflicts in compass mode</a:t>
          </a:r>
        </a:p>
      </dsp:txBody>
      <dsp:txXfrm>
        <a:off x="1327023" y="2465458"/>
        <a:ext cx="4845176" cy="572912"/>
      </dsp:txXfrm>
    </dsp:sp>
    <dsp:sp modelId="{B65EEA4B-0ED3-BC4C-82F1-59C42AF546A1}">
      <dsp:nvSpPr>
        <dsp:cNvPr id="0" name=""/>
        <dsp:cNvSpPr/>
      </dsp:nvSpPr>
      <dsp:spPr>
        <a:xfrm>
          <a:off x="1234440" y="3038370"/>
          <a:ext cx="4937760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FA0347B-ECA8-B14F-B1D6-6D5C5D9419B7}">
      <dsp:nvSpPr>
        <dsp:cNvPr id="0" name=""/>
        <dsp:cNvSpPr/>
      </dsp:nvSpPr>
      <dsp:spPr>
        <a:xfrm>
          <a:off x="1327023" y="3067016"/>
          <a:ext cx="4845176" cy="5729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Cross-device compatibility</a:t>
          </a:r>
        </a:p>
      </dsp:txBody>
      <dsp:txXfrm>
        <a:off x="1327023" y="3067016"/>
        <a:ext cx="4845176" cy="572912"/>
      </dsp:txXfrm>
    </dsp:sp>
    <dsp:sp modelId="{B055B60B-0778-EB41-B0C5-307472DC28F0}">
      <dsp:nvSpPr>
        <dsp:cNvPr id="0" name=""/>
        <dsp:cNvSpPr/>
      </dsp:nvSpPr>
      <dsp:spPr>
        <a:xfrm>
          <a:off x="1234440" y="3639929"/>
          <a:ext cx="4937760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151178B-BC1C-B74D-883E-59C1D853B2E3}">
      <dsp:nvSpPr>
        <dsp:cNvPr id="0" name=""/>
        <dsp:cNvSpPr/>
      </dsp:nvSpPr>
      <dsp:spPr>
        <a:xfrm>
          <a:off x="1327023" y="3668574"/>
          <a:ext cx="4845176" cy="5729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Deployment (Netlify/Firebase)</a:t>
          </a:r>
        </a:p>
      </dsp:txBody>
      <dsp:txXfrm>
        <a:off x="1327023" y="3668574"/>
        <a:ext cx="4845176" cy="572912"/>
      </dsp:txXfrm>
    </dsp:sp>
    <dsp:sp modelId="{CBE170F9-FCFE-D44D-A472-6B8F4C596C75}">
      <dsp:nvSpPr>
        <dsp:cNvPr id="0" name=""/>
        <dsp:cNvSpPr/>
      </dsp:nvSpPr>
      <dsp:spPr>
        <a:xfrm>
          <a:off x="1234440" y="4241487"/>
          <a:ext cx="4937760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9311BEB-378F-C64F-BF4C-E0221CB75E37}">
      <dsp:nvSpPr>
        <dsp:cNvPr id="0" name=""/>
        <dsp:cNvSpPr/>
      </dsp:nvSpPr>
      <dsp:spPr>
        <a:xfrm>
          <a:off x="1327023" y="4270133"/>
          <a:ext cx="4845176" cy="5729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PWA offline</a:t>
          </a:r>
        </a:p>
      </dsp:txBody>
      <dsp:txXfrm>
        <a:off x="1327023" y="4270133"/>
        <a:ext cx="4845176" cy="572912"/>
      </dsp:txXfrm>
    </dsp:sp>
    <dsp:sp modelId="{F3234B38-21F7-044F-AB18-9B15258250E8}">
      <dsp:nvSpPr>
        <dsp:cNvPr id="0" name=""/>
        <dsp:cNvSpPr/>
      </dsp:nvSpPr>
      <dsp:spPr>
        <a:xfrm>
          <a:off x="1234440" y="4843045"/>
          <a:ext cx="4937760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E2F83C-20D8-4123-2C66-9611325B4B5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3C140EC-2493-33B8-125B-684387307D7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33B8A8-E49F-A5C9-15D6-0DBC66CCB0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3E0F96-ABA2-9848-9C09-997ECB57A730}" type="datetimeFigureOut">
              <a:rPr lang="en-US" smtClean="0"/>
              <a:t>4/14/26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0B44FC-98A6-E516-F3CE-E789A99FB5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111F2A-23B0-8896-A24F-82093A713F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249BAD-4179-BF43-9E8B-70171829CE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46030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EA773B-39C5-A042-C5FD-4BAB974C68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F991142-DDA5-DA86-4603-E51166C6CA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CB11E5-8CD7-95F3-EF04-2AEFF700D5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3E0F96-ABA2-9848-9C09-997ECB57A730}" type="datetimeFigureOut">
              <a:rPr lang="en-US" smtClean="0"/>
              <a:t>4/14/26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4AAC0A-0356-1432-F753-8A2F79467C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5A61BC-A8A4-7AF4-94FC-8556C5B050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249BAD-4179-BF43-9E8B-70171829CE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51870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A7A5AD-782B-DF85-D7CE-0CEAD66490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7D6773C-4CF4-EC5A-3FF8-1958FED76A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FF7905B-62BC-8B76-8FA7-7A0BC6A1E0F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4A239DD-BABA-718F-9D11-EFC4E75480F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296991B-226D-FF6C-1E4C-7A679DA0E86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B484E7A-5F76-BF7A-3992-31CD91A700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3E0F96-ABA2-9848-9C09-997ECB57A730}" type="datetimeFigureOut">
              <a:rPr lang="en-US" smtClean="0"/>
              <a:t>4/14/26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A1090EE-8FF5-4D1A-A57A-EA28D33DE7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7D7A806-D31B-97AE-D4DF-1123BD8C7C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249BAD-4179-BF43-9E8B-70171829CE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45882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F9171A-DE48-90D7-CEA3-2A6C475F65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238B2F9-1F37-6400-EA73-2BDD677A38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3E0F96-ABA2-9848-9C09-997ECB57A730}" type="datetimeFigureOut">
              <a:rPr lang="en-US" smtClean="0"/>
              <a:t>4/14/26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CD9BCFB-28C7-B0F7-B08E-83C7D1D8DF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148ADC5-0C19-E391-6A19-DB83E8D69E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249BAD-4179-BF43-9E8B-70171829CE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52329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7EF77FA-7726-A200-7513-F1D9303731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3E0F96-ABA2-9848-9C09-997ECB57A730}" type="datetimeFigureOut">
              <a:rPr lang="en-US" smtClean="0"/>
              <a:t>4/14/26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8608100-0E17-8103-9460-CD5B690E2C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74B01B-292A-2371-FB7E-A7CB1F08F9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249BAD-4179-BF43-9E8B-70171829CE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060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C32DFD-EDD4-8DE5-713F-775C77BF25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94CBA0-4FF6-C473-C7C8-E23142B056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0D764C7-1DE9-62C4-2DBB-070FD5AF2F8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6DBC15E-C286-B476-B130-65B7A37445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3E0F96-ABA2-9848-9C09-997ECB57A730}" type="datetimeFigureOut">
              <a:rPr lang="en-US" smtClean="0"/>
              <a:t>4/14/26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39767A1-E738-7EEB-3DDF-9B0C88F0E1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3D359B1-AC43-45CF-B7E6-E7DA690CC2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249BAD-4179-BF43-9E8B-70171829CE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77072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F0659A-3D37-4930-8197-9BFB05E377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4E53A4B-F43D-9D67-1C66-8241AD4C70C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3E0D32E-1A47-09B8-537A-EFE9366A5E8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6694DA1-226A-3B64-D5C4-2D4A3587C8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3E0F96-ABA2-9848-9C09-997ECB57A730}" type="datetimeFigureOut">
              <a:rPr lang="en-US" smtClean="0"/>
              <a:t>4/14/26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A704F04-9A72-AF54-13B8-F36CE382CD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DBB0E76-3701-8768-D5BD-36871F78A9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249BAD-4179-BF43-9E8B-70171829CE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36107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AD2231-804D-D682-1EBC-C5F473456C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9390893-E6C4-689F-785F-05A10AA7CA0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6FFC5D-0BE1-D858-4F12-3023CC6B66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3E0F96-ABA2-9848-9C09-997ECB57A730}" type="datetimeFigureOut">
              <a:rPr lang="en-US" smtClean="0"/>
              <a:t>4/14/26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EED5B2-9142-229A-58B7-A1CCC704D6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A0E4F8-B4CE-CCB4-54A6-FB8FDCBD19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249BAD-4179-BF43-9E8B-70171829CE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07291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EB819A4-E0EE-EE85-2021-F3163426837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6BF7AFD-26B0-5C61-AE5F-AE3902D38EA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517591-762F-E003-D7ED-2BCCD9160B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3E0F96-ABA2-9848-9C09-997ECB57A730}" type="datetimeFigureOut">
              <a:rPr lang="en-US" smtClean="0"/>
              <a:t>4/14/26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77C642-B45F-2820-8DB7-6CFA6E4379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663C73-55EB-B16E-920E-7D1536E3CF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249BAD-4179-BF43-9E8B-70171829CE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64382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A645652-F353-30A8-9C73-71352BACC6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43AFECE-ACC2-3F39-8F75-FC798745ADB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D5E571-CE89-EBCA-57DA-13CFD0D1E50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E3E0F96-ABA2-9848-9C09-997ECB57A730}" type="datetimeFigureOut">
              <a:rPr lang="en-US" smtClean="0"/>
              <a:t>4/14/26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1427B2-F20A-52E1-51FD-50D52EAED6C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783FD3-9A48-679D-B555-C38A2F7FACE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3249BAD-4179-BF43-9E8B-70171829CE9D}" type="slidenum">
              <a:rPr lang="en-US" smtClean="0"/>
              <a:t>‹#›</a:t>
            </a:fld>
            <a:endParaRPr lang="en-US"/>
          </a:p>
        </p:txBody>
      </p:sp>
      <p:sp>
        <p:nvSpPr>
          <p:cNvPr id="900" name="BottomAccent"/>
          <p:cNvSpPr/>
          <p:nvPr/>
        </p:nvSpPr>
        <p:spPr>
          <a:xfrm>
            <a:off x="0" y="6583680"/>
            <a:ext cx="12192000" cy="274320"/>
          </a:xfrm>
          <a:prstGeom prst="rect">
            <a:avLst/>
          </a:prstGeom>
          <a:gradFill>
            <a:gsLst>
              <a:gs pos="0">
                <a:srgbClr val="3A7D5C"/>
              </a:gs>
              <a:gs pos="50000">
                <a:srgbClr val="5B8C3E"/>
              </a:gs>
              <a:gs pos="100000">
                <a:srgbClr val="D4914E"/>
              </a:gs>
            </a:gsLst>
            <a:lin ang="0" scaled="1"/>
          </a:gra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01" name="TopLine"/>
          <p:cNvSpPr/>
          <p:nvPr/>
        </p:nvSpPr>
        <p:spPr>
          <a:xfrm>
            <a:off x="0" y="0"/>
            <a:ext cx="12192000" cy="54864"/>
          </a:xfrm>
          <a:prstGeom prst="rect">
            <a:avLst/>
          </a:prstGeom>
          <a:solidFill>
            <a:srgbClr val="8B2332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78216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3" r:id="rId2"/>
    <p:sldLayoutId id="2147483665" r:id="rId3"/>
    <p:sldLayoutId id="2147483666" r:id="rId4"/>
    <p:sldLayoutId id="2147483667" r:id="rId5"/>
    <p:sldLayoutId id="2147483668" r:id="rId6"/>
    <p:sldLayoutId id="2147483669" r:id="rId7"/>
    <p:sldLayoutId id="2147483670" r:id="rId8"/>
    <p:sldLayoutId id="2147483671" r:id="rId9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rgbClr val="1B3A2D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rgbClr val="2C5F45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rgbClr val="2C5F45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rgbClr val="2C5F45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2C5F45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2C5F45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>
          <a:solidFill>
            <a:srgbClr val="2C5F45"/>
          </a:solidFill>
        </a:defRPr>
      </a:defPPr>
      <a:lvl1pPr marL="0" algn="l" defTabSz="914400" rtl="0" eaLnBrk="1" latinLnBrk="0" hangingPunct="1">
        <a:defRPr sz="1800" kern="1200">
          <a:solidFill>
            <a:srgbClr val="2C5F45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rgbClr val="2C5F45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rgbClr val="2C5F45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rgbClr val="2C5F45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rgbClr val="2C5F45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6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6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6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78F09A-CF92-A69D-06A0-938039323D9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9600" b="1" dirty="0">
                <a:solidFill>
                  <a:srgbClr val="1B3A2D"/>
                </a:solidFill>
                <a:latin typeface="Georgia"/>
              </a:rPr>
              <a:t>Calvin Trees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D009131-0676-39E3-7460-B97F23F2584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28711" y="3967163"/>
            <a:ext cx="9934575" cy="1655762"/>
          </a:xfrm>
        </p:spPr>
        <p:txBody>
          <a:bodyPr>
            <a:noAutofit/>
          </a:bodyPr>
          <a:lstStyle/>
          <a:p>
            <a:pPr algn="ctr">
              <a:spcAft>
                <a:spcPts val="200"/>
              </a:spcAft>
            </a:pPr>
            <a:r>
              <a:rPr lang="en-US" sz="2000" dirty="0">
                <a:solidFill>
                  <a:srgbClr val="2C5F45"/>
                </a:solidFill>
                <a:latin typeface="Segoe UI"/>
              </a:rPr>
              <a:t>Interactive Campus Arboretum for Exploring Calvin University's Natural Environment</a:t>
            </a:r>
          </a:p>
          <a:p>
            <a:pPr algn="ctr"/>
            <a:r>
              <a:rPr lang="en-US" sz="1800" dirty="0">
                <a:solidFill>
                  <a:srgbClr val="8B2332"/>
                </a:solidFill>
                <a:latin typeface="Segoe UI"/>
              </a:rPr>
              <a:t>Alim Darmenov  •  Sam Viss  •  Peter Brink</a:t>
            </a:r>
          </a:p>
        </p:txBody>
      </p:sp>
      <p:pic>
        <p:nvPicPr>
          <p:cNvPr id="4" name="Graphic 4" descr="Calvin Trees logo - deciduous tree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689600" y="254000"/>
            <a:ext cx="812800" cy="81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62568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EB4B5E-1FBD-7E44-F23E-F106375B48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91262" y="1442831"/>
            <a:ext cx="3932237" cy="160020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2800" b="1" kern="1200" dirty="0">
                <a:latin typeface="+mj-lt"/>
                <a:ea typeface="+mj-ea"/>
                <a:cs typeface="+mj-cs"/>
              </a:rPr>
              <a:t>Vision Statement &amp; Project Overview</a:t>
            </a:r>
          </a:p>
        </p:txBody>
      </p:sp>
      <p:sp>
        <p:nvSpPr>
          <p:cNvPr id="11" name="RightCard"/>
          <p:cNvSpPr/>
          <p:nvPr/>
        </p:nvSpPr>
        <p:spPr>
          <a:xfrm>
            <a:off x="7391261" y="3043031"/>
            <a:ext cx="3932237" cy="381158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en-US" sz="1600" b="1" kern="1200" dirty="0">
                <a:solidFill>
                  <a:srgbClr val="2C5F45"/>
                </a:solidFill>
                <a:latin typeface="+mn-lt"/>
                <a:ea typeface="+mn-ea"/>
                <a:cs typeface="+mn-cs"/>
              </a:rPr>
              <a:t>Why Calvin Trees is Different</a:t>
            </a:r>
          </a:p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en-US" sz="1600" kern="1200" dirty="0">
                <a:solidFill>
                  <a:srgbClr val="2C5F45"/>
                </a:solidFill>
                <a:latin typeface="+mn-lt"/>
                <a:ea typeface="+mn-ea"/>
                <a:cs typeface="+mn-cs"/>
              </a:rPr>
              <a:t>Proximity-based notifications</a:t>
            </a:r>
          </a:p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en-US" sz="1600" kern="1200" dirty="0">
                <a:solidFill>
                  <a:srgbClr val="2C5F45"/>
                </a:solidFill>
                <a:latin typeface="+mn-lt"/>
                <a:ea typeface="+mn-ea"/>
                <a:cs typeface="+mn-cs"/>
              </a:rPr>
              <a:t>Different tour modes</a:t>
            </a:r>
          </a:p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en-US" sz="1600" kern="1200" dirty="0">
                <a:solidFill>
                  <a:srgbClr val="2C5F45"/>
                </a:solidFill>
                <a:latin typeface="+mn-lt"/>
                <a:ea typeface="+mn-ea"/>
                <a:cs typeface="+mn-cs"/>
              </a:rPr>
              <a:t>Minimal ongoing maintenance costs</a:t>
            </a:r>
          </a:p>
        </p:txBody>
      </p:sp>
      <p:graphicFrame>
        <p:nvGraphicFramePr>
          <p:cNvPr id="13" name="LeftContent">
            <a:extLst>
              <a:ext uri="{FF2B5EF4-FFF2-40B4-BE49-F238E27FC236}">
                <a16:creationId xmlns:a16="http://schemas.microsoft.com/office/drawing/2014/main" id="{73957BCE-2254-CAF8-0D94-0A593588821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543041094"/>
              </p:ext>
            </p:extLst>
          </p:nvPr>
        </p:nvGraphicFramePr>
        <p:xfrm>
          <a:off x="422828" y="457200"/>
          <a:ext cx="6172200" cy="48736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3563024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A11C97-D043-C522-7643-36A3B9F7D3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b="1" kern="1200">
                <a:latin typeface="+mj-lt"/>
                <a:ea typeface="+mj-ea"/>
                <a:cs typeface="+mj-cs"/>
              </a:rPr>
              <a:t>What We Accomplished</a:t>
            </a:r>
          </a:p>
        </p:txBody>
      </p:sp>
      <p:sp>
        <p:nvSpPr>
          <p:cNvPr id="21" name="TechStack"/>
          <p:cNvSpPr txBox="1"/>
          <p:nvPr/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en-US" sz="1600" b="1" kern="1200" dirty="0">
                <a:solidFill>
                  <a:srgbClr val="2C5F45"/>
                </a:solidFill>
                <a:latin typeface="+mn-lt"/>
                <a:ea typeface="+mn-ea"/>
                <a:cs typeface="+mn-cs"/>
              </a:rPr>
              <a:t>Tech Stack</a:t>
            </a:r>
          </a:p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en-US" sz="1600" kern="1200" dirty="0">
                <a:solidFill>
                  <a:srgbClr val="2C5F45"/>
                </a:solidFill>
                <a:latin typeface="+mn-lt"/>
                <a:ea typeface="+mn-ea"/>
                <a:cs typeface="+mn-cs"/>
              </a:rPr>
              <a:t>Angular 20, TypeScript 5.8, Ionic 8, Capacitor 7</a:t>
            </a:r>
          </a:p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en-US" sz="1600" kern="1200" dirty="0" err="1">
                <a:solidFill>
                  <a:srgbClr val="2C5F45"/>
                </a:solidFill>
                <a:latin typeface="+mn-lt"/>
                <a:ea typeface="+mn-ea"/>
                <a:cs typeface="+mn-cs"/>
              </a:rPr>
              <a:t>MapLibre</a:t>
            </a:r>
            <a:r>
              <a:rPr lang="en-US" sz="1600" kern="1200" dirty="0">
                <a:solidFill>
                  <a:srgbClr val="2C5F45"/>
                </a:solidFill>
                <a:latin typeface="+mn-lt"/>
                <a:ea typeface="+mn-ea"/>
                <a:cs typeface="+mn-cs"/>
              </a:rPr>
              <a:t> GL 4.7</a:t>
            </a:r>
          </a:p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en-US" sz="1600" kern="1200" dirty="0">
                <a:solidFill>
                  <a:srgbClr val="2C5F45"/>
                </a:solidFill>
                <a:latin typeface="+mn-lt"/>
                <a:ea typeface="+mn-ea"/>
                <a:cs typeface="+mn-cs"/>
              </a:rPr>
              <a:t>Firebase Hosting for deployment</a:t>
            </a:r>
          </a:p>
        </p:txBody>
      </p:sp>
      <p:graphicFrame>
        <p:nvGraphicFramePr>
          <p:cNvPr id="23" name="CoreFeatures">
            <a:extLst>
              <a:ext uri="{FF2B5EF4-FFF2-40B4-BE49-F238E27FC236}">
                <a16:creationId xmlns:a16="http://schemas.microsoft.com/office/drawing/2014/main" id="{7228F85D-89A1-C053-4B78-EC96D048DEB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6762891"/>
              </p:ext>
            </p:extLst>
          </p:nvPr>
        </p:nvGraphicFramePr>
        <p:xfrm>
          <a:off x="5183188" y="987425"/>
          <a:ext cx="6172200" cy="48736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3284579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3333CE-E7F7-43A5-9213-8227AB14BA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2800" b="1" dirty="0"/>
              <a:t>Design Norms &amp; Ethical Considerations</a:t>
            </a:r>
          </a:p>
        </p:txBody>
      </p:sp>
      <p:sp>
        <p:nvSpPr>
          <p:cNvPr id="10" name="Card10"/>
          <p:cNvSpPr/>
          <p:nvPr/>
        </p:nvSpPr>
        <p:spPr>
          <a:xfrm>
            <a:off x="457200" y="2925761"/>
            <a:ext cx="3657600" cy="1325563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3A7D5C">
                <a:alpha val="40000"/>
              </a:srgbClr>
            </a:solidFill>
          </a:ln>
          <a:effectLst>
            <a:outerShdw blurRad="38100" dist="12700" dir="5400000" algn="t" rotWithShape="0">
              <a:srgbClr val="000000">
                <a:alpha val="10000"/>
              </a:srgbClr>
            </a:outerShdw>
          </a:effectLst>
        </p:spPr>
        <p:txBody>
          <a:bodyPr wrap="square" lIns="137160" tIns="685800" rIns="137160" bIns="91440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3A7D5C"/>
                </a:solidFill>
                <a:latin typeface="Georgia"/>
              </a:rPr>
              <a:t>1. Social Norm</a:t>
            </a:r>
          </a:p>
          <a:p>
            <a:pPr marL="0" indent="0" algn="ctr">
              <a:buNone/>
            </a:pPr>
            <a:r>
              <a:rPr lang="en-US" sz="1400" i="1" dirty="0">
                <a:solidFill>
                  <a:srgbClr val="3A7D5C"/>
                </a:solidFill>
                <a:latin typeface="Segoe UI"/>
              </a:rPr>
              <a:t>Authentic Engagement</a:t>
            </a:r>
          </a:p>
        </p:txBody>
      </p:sp>
      <p:sp>
        <p:nvSpPr>
          <p:cNvPr id="11" name="Icon10"/>
          <p:cNvSpPr/>
          <p:nvPr/>
        </p:nvSpPr>
        <p:spPr>
          <a:xfrm>
            <a:off x="2011680" y="3062921"/>
            <a:ext cx="548640" cy="548640"/>
          </a:xfrm>
          <a:prstGeom prst="ellipse">
            <a:avLst/>
          </a:prstGeom>
          <a:solidFill>
            <a:srgbClr val="3A7D5C"/>
          </a:solidFill>
          <a:ln w="0">
            <a:noFill/>
          </a:ln>
        </p:spPr>
        <p:txBody>
          <a:bodyPr wrap="none" lIns="0" tIns="0" rIns="0" bIns="0" anchor="ctr" anchorCtr="1"/>
          <a:lstStyle/>
          <a:p>
            <a:pPr algn="ctr"/>
            <a:r>
              <a:rPr lang="en-US" sz="2000" b="1" dirty="0">
                <a:solidFill>
                  <a:srgbClr val="FFFFFF"/>
                </a:solidFill>
                <a:latin typeface="Georgia"/>
              </a:rPr>
              <a:t>S</a:t>
            </a:r>
          </a:p>
        </p:txBody>
      </p:sp>
      <p:sp>
        <p:nvSpPr>
          <p:cNvPr id="12" name="Card12"/>
          <p:cNvSpPr/>
          <p:nvPr/>
        </p:nvSpPr>
        <p:spPr>
          <a:xfrm>
            <a:off x="4267200" y="2925762"/>
            <a:ext cx="3657600" cy="132556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8B2332">
                <a:alpha val="40000"/>
              </a:srgbClr>
            </a:solidFill>
          </a:ln>
          <a:effectLst>
            <a:outerShdw blurRad="38100" dist="12700" dir="5400000" algn="t" rotWithShape="0">
              <a:srgbClr val="000000">
                <a:alpha val="10000"/>
              </a:srgbClr>
            </a:outerShdw>
          </a:effectLst>
        </p:spPr>
        <p:txBody>
          <a:bodyPr wrap="square" lIns="137160" tIns="685800" rIns="137160" bIns="91440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8B2332"/>
                </a:solidFill>
                <a:latin typeface="Georgia"/>
              </a:rPr>
              <a:t>2. Aesthetic Norm</a:t>
            </a:r>
          </a:p>
          <a:p>
            <a:pPr marL="0" indent="0" algn="ctr">
              <a:buNone/>
            </a:pPr>
            <a:r>
              <a:rPr lang="en-US" sz="1400" i="1" dirty="0">
                <a:solidFill>
                  <a:srgbClr val="8B2332"/>
                </a:solidFill>
                <a:latin typeface="Segoe UI"/>
              </a:rPr>
              <a:t>User Experience</a:t>
            </a:r>
          </a:p>
        </p:txBody>
      </p:sp>
      <p:sp>
        <p:nvSpPr>
          <p:cNvPr id="13" name="Icon12"/>
          <p:cNvSpPr/>
          <p:nvPr/>
        </p:nvSpPr>
        <p:spPr>
          <a:xfrm>
            <a:off x="5821680" y="3062922"/>
            <a:ext cx="548640" cy="548640"/>
          </a:xfrm>
          <a:prstGeom prst="ellipse">
            <a:avLst/>
          </a:prstGeom>
          <a:solidFill>
            <a:srgbClr val="8B2332"/>
          </a:solidFill>
          <a:ln w="0">
            <a:noFill/>
          </a:ln>
        </p:spPr>
        <p:txBody>
          <a:bodyPr wrap="none" lIns="0" tIns="0" rIns="0" bIns="0" anchor="ctr" anchorCtr="1"/>
          <a:lstStyle/>
          <a:p>
            <a:pPr algn="ctr"/>
            <a:r>
              <a:rPr lang="en-US" sz="2000" b="1" dirty="0">
                <a:solidFill>
                  <a:srgbClr val="FFFFFF"/>
                </a:solidFill>
                <a:latin typeface="Georgia"/>
              </a:rPr>
              <a:t>A</a:t>
            </a:r>
          </a:p>
        </p:txBody>
      </p:sp>
      <p:sp>
        <p:nvSpPr>
          <p:cNvPr id="14" name="Card14"/>
          <p:cNvSpPr/>
          <p:nvPr/>
        </p:nvSpPr>
        <p:spPr>
          <a:xfrm>
            <a:off x="8077200" y="2925762"/>
            <a:ext cx="3657600" cy="132556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4914E">
                <a:alpha val="40000"/>
              </a:srgbClr>
            </a:solidFill>
          </a:ln>
          <a:effectLst>
            <a:outerShdw blurRad="38100" dist="12700" dir="5400000" algn="t" rotWithShape="0">
              <a:srgbClr val="000000">
                <a:alpha val="10000"/>
              </a:srgbClr>
            </a:outerShdw>
          </a:effectLst>
        </p:spPr>
        <p:txBody>
          <a:bodyPr wrap="square" lIns="137160" tIns="685800" rIns="137160" bIns="91440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D4914E"/>
                </a:solidFill>
                <a:latin typeface="Georgia"/>
              </a:rPr>
              <a:t>3. Cultural Norm</a:t>
            </a:r>
          </a:p>
          <a:p>
            <a:pPr marL="0" indent="0" algn="ctr">
              <a:buNone/>
            </a:pPr>
            <a:r>
              <a:rPr lang="en-US" sz="1400" i="1" dirty="0">
                <a:solidFill>
                  <a:srgbClr val="D4914E"/>
                </a:solidFill>
                <a:latin typeface="Segoe UI"/>
              </a:rPr>
              <a:t>Responsible Stewardship</a:t>
            </a:r>
          </a:p>
        </p:txBody>
      </p:sp>
      <p:sp>
        <p:nvSpPr>
          <p:cNvPr id="15" name="Icon14"/>
          <p:cNvSpPr/>
          <p:nvPr/>
        </p:nvSpPr>
        <p:spPr>
          <a:xfrm>
            <a:off x="9631680" y="3062922"/>
            <a:ext cx="548640" cy="548640"/>
          </a:xfrm>
          <a:prstGeom prst="ellipse">
            <a:avLst/>
          </a:prstGeom>
          <a:solidFill>
            <a:srgbClr val="D4914E"/>
          </a:solidFill>
          <a:ln w="0">
            <a:noFill/>
          </a:ln>
        </p:spPr>
        <p:txBody>
          <a:bodyPr wrap="none" lIns="0" tIns="0" rIns="0" bIns="0" anchor="ctr" anchorCtr="1"/>
          <a:lstStyle/>
          <a:p>
            <a:pPr algn="ctr"/>
            <a:r>
              <a:rPr lang="en-US" sz="2000" b="1" dirty="0">
                <a:solidFill>
                  <a:srgbClr val="FFFFFF"/>
                </a:solidFill>
                <a:latin typeface="Georgia"/>
              </a:rPr>
              <a:t>C</a:t>
            </a:r>
          </a:p>
        </p:txBody>
      </p:sp>
    </p:spTree>
    <p:extLst>
      <p:ext uri="{BB962C8B-B14F-4D97-AF65-F5344CB8AC3E}">
        <p14:creationId xmlns:p14="http://schemas.microsoft.com/office/powerpoint/2010/main" val="36561726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90CB58-E4F6-A72F-6C77-A5CC290EA2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b="1" kern="1200">
                <a:latin typeface="+mj-lt"/>
                <a:ea typeface="+mj-ea"/>
                <a:cs typeface="+mj-cs"/>
              </a:rPr>
              <a:t>Problems Encountered &amp; Solutions</a:t>
            </a:r>
          </a:p>
        </p:txBody>
      </p:sp>
      <p:sp>
        <p:nvSpPr>
          <p:cNvPr id="21" name="CodeQuality"/>
          <p:cNvSpPr/>
          <p:nvPr/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en-US" sz="1600" b="1" kern="1200" dirty="0">
                <a:solidFill>
                  <a:srgbClr val="2C5F45"/>
                </a:solidFill>
                <a:latin typeface="+mn-lt"/>
                <a:ea typeface="+mn-ea"/>
                <a:cs typeface="+mn-cs"/>
              </a:rPr>
              <a:t>Code Quality Improvements</a:t>
            </a:r>
          </a:p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en-US" sz="1600" kern="1200" dirty="0">
                <a:solidFill>
                  <a:srgbClr val="2C5F45"/>
                </a:solidFill>
                <a:latin typeface="+mn-lt"/>
                <a:ea typeface="+mn-ea"/>
                <a:cs typeface="+mn-cs"/>
              </a:rPr>
              <a:t>Enhanced error handling across geolocation and API calls</a:t>
            </a:r>
          </a:p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en-US" sz="1600" kern="1200" dirty="0">
                <a:solidFill>
                  <a:srgbClr val="2C5F45"/>
                </a:solidFill>
                <a:latin typeface="+mn-lt"/>
                <a:ea typeface="+mn-ea"/>
                <a:cs typeface="+mn-cs"/>
              </a:rPr>
              <a:t>Improved tree data management and CRUD ops</a:t>
            </a:r>
          </a:p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en-US" sz="1600" kern="1200" dirty="0">
                <a:solidFill>
                  <a:srgbClr val="2C5F45"/>
                </a:solidFill>
                <a:latin typeface="+mn-lt"/>
                <a:ea typeface="+mn-ea"/>
                <a:cs typeface="+mn-cs"/>
              </a:rPr>
              <a:t>Established linting and code review standards</a:t>
            </a:r>
          </a:p>
          <a:p>
            <a:pPr>
              <a:lnSpc>
                <a:spcPct val="90000"/>
              </a:lnSpc>
              <a:spcBef>
                <a:spcPts val="1000"/>
              </a:spcBef>
            </a:pPr>
            <a:endParaRPr lang="en-US" sz="1600" kern="1200" dirty="0">
              <a:solidFill>
                <a:srgbClr val="2C5F45"/>
              </a:solidFill>
              <a:latin typeface="+mn-lt"/>
              <a:ea typeface="+mn-ea"/>
              <a:cs typeface="+mn-cs"/>
            </a:endParaRPr>
          </a:p>
        </p:txBody>
      </p:sp>
      <p:graphicFrame>
        <p:nvGraphicFramePr>
          <p:cNvPr id="23" name="BugFixes">
            <a:extLst>
              <a:ext uri="{FF2B5EF4-FFF2-40B4-BE49-F238E27FC236}">
                <a16:creationId xmlns:a16="http://schemas.microsoft.com/office/drawing/2014/main" id="{0A5A3078-1655-D3D7-1E1C-BC5BABE822C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218138893"/>
              </p:ext>
            </p:extLst>
          </p:nvPr>
        </p:nvGraphicFramePr>
        <p:xfrm>
          <a:off x="5183188" y="987425"/>
          <a:ext cx="6172200" cy="48736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7698323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00E1D2-6F93-7F20-6F24-D9D05ED7F5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103437"/>
            <a:ext cx="10515600" cy="1325563"/>
          </a:xfrm>
        </p:spPr>
        <p:txBody>
          <a:bodyPr>
            <a:normAutofit fontScale="90000"/>
          </a:bodyPr>
          <a:lstStyle/>
          <a:p>
            <a:pPr algn="ctr"/>
            <a:r>
              <a:rPr lang="en-US" sz="9800" b="1" dirty="0"/>
              <a:t>Demo</a:t>
            </a:r>
            <a:endParaRPr lang="en-US" sz="2800" b="1" dirty="0"/>
          </a:p>
        </p:txBody>
      </p:sp>
    </p:spTree>
    <p:extLst>
      <p:ext uri="{BB962C8B-B14F-4D97-AF65-F5344CB8AC3E}">
        <p14:creationId xmlns:p14="http://schemas.microsoft.com/office/powerpoint/2010/main" val="65930844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F3F924-0B92-7894-17EB-3AF31DBD17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2800" b="1" dirty="0"/>
              <a:t>Future Work &amp; Recommendations</a:t>
            </a:r>
          </a:p>
        </p:txBody>
      </p:sp>
      <p:sp>
        <p:nvSpPr>
          <p:cNvPr id="26" name="Cat26"/>
          <p:cNvSpPr/>
          <p:nvPr/>
        </p:nvSpPr>
        <p:spPr>
          <a:xfrm>
            <a:off x="430696" y="2286000"/>
            <a:ext cx="3581400" cy="2286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2E6B8A">
                <a:alpha val="40000"/>
              </a:srgbClr>
            </a:solidFill>
          </a:ln>
        </p:spPr>
        <p:txBody>
          <a:bodyPr wrap="square" lIns="137160" tIns="548640" rIns="137160" bIns="68580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E6B8A"/>
                </a:solidFill>
                <a:latin typeface="Georgia"/>
              </a:rPr>
              <a:t>Performance</a:t>
            </a:r>
          </a:p>
          <a:p>
            <a:pPr marL="0" indent="0" algn="ctr">
              <a:buNone/>
            </a:pPr>
            <a:endParaRPr lang="en-US" sz="1400" b="1" dirty="0">
              <a:solidFill>
                <a:srgbClr val="2E6B8A"/>
              </a:solidFill>
              <a:latin typeface="Georgia"/>
            </a:endParaRPr>
          </a:p>
          <a:p>
            <a:pPr marL="228600" indent="-228600">
              <a:buFont typeface="Arial"/>
              <a:buChar char="•"/>
            </a:pPr>
            <a:r>
              <a:rPr lang="en-US" sz="1100" dirty="0">
                <a:solidFill>
                  <a:srgbClr val="2C5F45"/>
                </a:solidFill>
                <a:latin typeface="Segoe UI"/>
              </a:rPr>
              <a:t>Optimize MapLibre for larger datasets</a:t>
            </a:r>
          </a:p>
          <a:p>
            <a:pPr marL="228600" indent="-228600">
              <a:buFont typeface="Arial"/>
              <a:buChar char="•"/>
            </a:pPr>
            <a:r>
              <a:rPr lang="en-US" sz="1100" dirty="0">
                <a:solidFill>
                  <a:srgbClr val="2C5F45"/>
                </a:solidFill>
                <a:latin typeface="Segoe UI"/>
              </a:rPr>
              <a:t>Reduce bundle size</a:t>
            </a:r>
          </a:p>
          <a:p>
            <a:pPr marL="228600" indent="-228600">
              <a:buFont typeface="Arial"/>
              <a:buChar char="•"/>
            </a:pPr>
            <a:r>
              <a:rPr lang="en-US" sz="1100" dirty="0">
                <a:solidFill>
                  <a:srgbClr val="2C5F45"/>
                </a:solidFill>
                <a:latin typeface="Segoe UI"/>
              </a:rPr>
              <a:t>Geolocation frequency optimization</a:t>
            </a:r>
          </a:p>
        </p:txBody>
      </p:sp>
      <p:sp>
        <p:nvSpPr>
          <p:cNvPr id="27" name="Icon26"/>
          <p:cNvSpPr/>
          <p:nvPr/>
        </p:nvSpPr>
        <p:spPr>
          <a:xfrm>
            <a:off x="1992796" y="2377440"/>
            <a:ext cx="457200" cy="457200"/>
          </a:xfrm>
          <a:prstGeom prst="ellipse">
            <a:avLst/>
          </a:prstGeom>
          <a:solidFill>
            <a:srgbClr val="2E6B8A"/>
          </a:solidFill>
          <a:ln w="0">
            <a:noFill/>
          </a:ln>
        </p:spPr>
        <p:txBody>
          <a:bodyPr wrap="none" lIns="0" tIns="0" rIns="0" bIns="0" anchor="ctr" anchorCtr="1"/>
          <a:lstStyle/>
          <a:p>
            <a:pPr algn="ctr"/>
            <a:r>
              <a:rPr lang="en-US" sz="1800" b="1" dirty="0">
                <a:solidFill>
                  <a:srgbClr val="FFFFFF"/>
                </a:solidFill>
                <a:latin typeface="Georgia"/>
              </a:rPr>
              <a:t>P</a:t>
            </a:r>
          </a:p>
        </p:txBody>
      </p:sp>
      <p:sp>
        <p:nvSpPr>
          <p:cNvPr id="28" name="Cat28"/>
          <p:cNvSpPr/>
          <p:nvPr/>
        </p:nvSpPr>
        <p:spPr>
          <a:xfrm>
            <a:off x="4240696" y="2286000"/>
            <a:ext cx="3581400" cy="2286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5B8C3E">
                <a:alpha val="40000"/>
              </a:srgbClr>
            </a:solidFill>
          </a:ln>
        </p:spPr>
        <p:txBody>
          <a:bodyPr wrap="square" lIns="137160" tIns="548640" rIns="137160" bIns="68580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5B8C3E"/>
                </a:solidFill>
                <a:latin typeface="Georgia"/>
              </a:rPr>
              <a:t>Mobile + Offline</a:t>
            </a:r>
          </a:p>
          <a:p>
            <a:pPr marL="0" indent="0" algn="ctr">
              <a:buNone/>
            </a:pPr>
            <a:endParaRPr lang="en-US" sz="1400" b="1" dirty="0">
              <a:solidFill>
                <a:srgbClr val="5B8C3E"/>
              </a:solidFill>
              <a:latin typeface="Georgia"/>
            </a:endParaRPr>
          </a:p>
          <a:p>
            <a:pPr marL="228600" indent="-228600">
              <a:buFont typeface="Arial"/>
              <a:buChar char="•"/>
            </a:pPr>
            <a:r>
              <a:rPr lang="en-US" sz="1100" dirty="0">
                <a:solidFill>
                  <a:srgbClr val="2C5F45"/>
                </a:solidFill>
                <a:latin typeface="Segoe UI"/>
              </a:rPr>
              <a:t>Android native build support</a:t>
            </a:r>
          </a:p>
          <a:p>
            <a:pPr marL="228600" indent="-228600">
              <a:buFont typeface="Arial"/>
              <a:buChar char="•"/>
            </a:pPr>
            <a:r>
              <a:rPr lang="en-US" sz="1100" dirty="0">
                <a:solidFill>
                  <a:srgbClr val="2C5F45"/>
                </a:solidFill>
                <a:latin typeface="Segoe UI"/>
              </a:rPr>
              <a:t>Enhanced offline map caching</a:t>
            </a:r>
          </a:p>
          <a:p>
            <a:pPr marL="228600" indent="-228600">
              <a:buFont typeface="Arial"/>
              <a:buChar char="•"/>
            </a:pPr>
            <a:r>
              <a:rPr lang="en-US" sz="1100" dirty="0">
                <a:solidFill>
                  <a:srgbClr val="2C5F45"/>
                </a:solidFill>
                <a:latin typeface="Segoe UI"/>
              </a:rPr>
              <a:t>Push notifications for proximity</a:t>
            </a:r>
          </a:p>
          <a:p>
            <a:pPr marL="228600" indent="-228600">
              <a:buFont typeface="Arial"/>
              <a:buChar char="•"/>
            </a:pPr>
            <a:r>
              <a:rPr lang="en-US" sz="1100" dirty="0">
                <a:solidFill>
                  <a:srgbClr val="2C5F45"/>
                </a:solidFill>
                <a:latin typeface="Segoe UI"/>
              </a:rPr>
              <a:t>App Store / Google Play deployment</a:t>
            </a:r>
          </a:p>
        </p:txBody>
      </p:sp>
      <p:sp>
        <p:nvSpPr>
          <p:cNvPr id="29" name="Icon28"/>
          <p:cNvSpPr/>
          <p:nvPr/>
        </p:nvSpPr>
        <p:spPr>
          <a:xfrm>
            <a:off x="5802796" y="2377440"/>
            <a:ext cx="457200" cy="457200"/>
          </a:xfrm>
          <a:prstGeom prst="ellipse">
            <a:avLst/>
          </a:prstGeom>
          <a:solidFill>
            <a:srgbClr val="5B8C3E"/>
          </a:solidFill>
          <a:ln w="0">
            <a:noFill/>
          </a:ln>
        </p:spPr>
        <p:txBody>
          <a:bodyPr wrap="none" lIns="0" tIns="0" rIns="0" bIns="0" anchor="ctr" anchorCtr="1"/>
          <a:lstStyle/>
          <a:p>
            <a:pPr algn="ctr"/>
            <a:r>
              <a:rPr lang="en-US" sz="1800" b="1" dirty="0">
                <a:solidFill>
                  <a:srgbClr val="FFFFFF"/>
                </a:solidFill>
                <a:latin typeface="Georgia"/>
              </a:rPr>
              <a:t>O</a:t>
            </a:r>
          </a:p>
        </p:txBody>
      </p:sp>
      <p:sp>
        <p:nvSpPr>
          <p:cNvPr id="40" name="Cat40"/>
          <p:cNvSpPr/>
          <p:nvPr/>
        </p:nvSpPr>
        <p:spPr>
          <a:xfrm>
            <a:off x="8050696" y="2286000"/>
            <a:ext cx="3581400" cy="2286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C4A35A">
                <a:alpha val="40000"/>
              </a:srgbClr>
            </a:solidFill>
          </a:ln>
        </p:spPr>
        <p:txBody>
          <a:bodyPr wrap="square" lIns="137160" tIns="548640" rIns="137160" bIns="68580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4A35A"/>
                </a:solidFill>
                <a:latin typeface="Georgia"/>
              </a:rPr>
              <a:t>Engagement</a:t>
            </a:r>
          </a:p>
          <a:p>
            <a:pPr marL="0" indent="0" algn="ctr">
              <a:buNone/>
            </a:pPr>
            <a:endParaRPr lang="en-US" sz="1400" b="1" dirty="0">
              <a:solidFill>
                <a:srgbClr val="C4A35A"/>
              </a:solidFill>
              <a:latin typeface="Georgia"/>
            </a:endParaRPr>
          </a:p>
          <a:p>
            <a:pPr marL="228600" indent="-228600">
              <a:buFont typeface="Arial"/>
              <a:buChar char="•"/>
            </a:pPr>
            <a:r>
              <a:rPr lang="en-US" sz="1100" dirty="0">
                <a:solidFill>
                  <a:srgbClr val="2C5F45"/>
                </a:solidFill>
                <a:latin typeface="Segoe UI"/>
              </a:rPr>
              <a:t>Flyers and website promotion</a:t>
            </a:r>
          </a:p>
          <a:p>
            <a:pPr marL="228600" indent="-228600">
              <a:buFont typeface="Arial"/>
              <a:buChar char="•"/>
            </a:pPr>
            <a:r>
              <a:rPr lang="en-US" sz="1100" dirty="0">
                <a:solidFill>
                  <a:srgbClr val="2C5F45"/>
                </a:solidFill>
                <a:latin typeface="Segoe UI"/>
              </a:rPr>
              <a:t>Campus orientation integration</a:t>
            </a:r>
          </a:p>
          <a:p>
            <a:pPr marL="228600" indent="-228600">
              <a:buFont typeface="Arial"/>
              <a:buChar char="•"/>
            </a:pPr>
            <a:r>
              <a:rPr lang="en-US" sz="1100" dirty="0">
                <a:solidFill>
                  <a:srgbClr val="2C5F45"/>
                </a:solidFill>
                <a:latin typeface="Segoe UI"/>
              </a:rPr>
              <a:t>Social sharing of trees/tours</a:t>
            </a:r>
          </a:p>
          <a:p>
            <a:pPr marL="228600" indent="-228600">
              <a:buFont typeface="Arial"/>
              <a:buChar char="•"/>
            </a:pPr>
            <a:r>
              <a:rPr lang="en-US" sz="1100" dirty="0">
                <a:solidFill>
                  <a:srgbClr val="2C5F45"/>
                </a:solidFill>
                <a:latin typeface="Segoe UI"/>
              </a:rPr>
              <a:t>Gamification (achievements, milestones)</a:t>
            </a:r>
          </a:p>
        </p:txBody>
      </p:sp>
      <p:sp>
        <p:nvSpPr>
          <p:cNvPr id="41" name="Icon40"/>
          <p:cNvSpPr/>
          <p:nvPr/>
        </p:nvSpPr>
        <p:spPr>
          <a:xfrm>
            <a:off x="9612796" y="2377440"/>
            <a:ext cx="457200" cy="457200"/>
          </a:xfrm>
          <a:prstGeom prst="ellipse">
            <a:avLst/>
          </a:prstGeom>
          <a:solidFill>
            <a:srgbClr val="C4A35A"/>
          </a:solidFill>
          <a:ln w="0">
            <a:noFill/>
          </a:ln>
        </p:spPr>
        <p:txBody>
          <a:bodyPr wrap="none" lIns="0" tIns="0" rIns="0" bIns="0" anchor="ctr" anchorCtr="1"/>
          <a:lstStyle/>
          <a:p>
            <a:pPr algn="ctr"/>
            <a:r>
              <a:rPr lang="en-US" sz="1800" b="1" dirty="0">
                <a:solidFill>
                  <a:srgbClr val="FFFFFF"/>
                </a:solidFill>
                <a:latin typeface="Georgia"/>
              </a:rPr>
              <a:t>E</a:t>
            </a:r>
          </a:p>
        </p:txBody>
      </p:sp>
    </p:spTree>
    <p:extLst>
      <p:ext uri="{BB962C8B-B14F-4D97-AF65-F5344CB8AC3E}">
        <p14:creationId xmlns:p14="http://schemas.microsoft.com/office/powerpoint/2010/main" val="189649198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 [1775662736764]">
  <a:themeElements>
    <a:clrScheme name="Office">
      <a:dk1>
        <a:srgbClr val="1B3A2D"/>
      </a:dk1>
      <a:lt1>
        <a:srgbClr val="F7F3ED"/>
      </a:lt1>
      <a:dk2>
        <a:srgbClr val="2C5F45"/>
      </a:dk2>
      <a:lt2>
        <a:srgbClr val="E8E0D4"/>
      </a:lt2>
      <a:accent1>
        <a:srgbClr val="3A7D5C"/>
      </a:accent1>
      <a:accent2>
        <a:srgbClr val="8B2332"/>
      </a:accent2>
      <a:accent3>
        <a:srgbClr val="D4914E"/>
      </a:accent3>
      <a:accent4>
        <a:srgbClr val="5B8C3E"/>
      </a:accent4>
      <a:accent5>
        <a:srgbClr val="2E6B8A"/>
      </a:accent5>
      <a:accent6>
        <a:srgbClr val="C4A35A"/>
      </a:accent6>
      <a:hlink>
        <a:srgbClr val="467886"/>
      </a:hlink>
      <a:folHlink>
        <a:srgbClr val="96607D"/>
      </a:folHlink>
    </a:clrScheme>
    <a:fontScheme name="Office">
      <a:majorFont>
        <a:latin typeface="Georgia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Segoe UI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82D46E33-FEE0-D342-A479-E46D391F0269}">
  <we:reference id="WA200010001" version="1.0.0.1" store="Omex" storeType="OMEX"/>
  <we:alternateReferences>
    <we:reference id="WA200010001" version="1.0.0.1" store="WA200010001" storeType="OMEX"/>
  </we:alternateReferences>
  <we:properties>
    <we:property name="claude.fileId" value="&quot;707bb7b1-a691-48ff-ad69-1dce8e682457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84</TotalTime>
  <Words>291</Words>
  <Application>Microsoft Macintosh PowerPoint</Application>
  <PresentationFormat>Widescreen</PresentationFormat>
  <Paragraphs>74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Georgia</vt:lpstr>
      <vt:lpstr>Segoe UI</vt:lpstr>
      <vt:lpstr>Office Theme [1775662736764]</vt:lpstr>
      <vt:lpstr>Calvin Trees</vt:lpstr>
      <vt:lpstr>Vision Statement &amp; Project Overview</vt:lpstr>
      <vt:lpstr>What We Accomplished</vt:lpstr>
      <vt:lpstr>Design Norms &amp; Ethical Considerations</vt:lpstr>
      <vt:lpstr>Problems Encountered &amp; Solutions</vt:lpstr>
      <vt:lpstr>Demo</vt:lpstr>
      <vt:lpstr>Future Work &amp; Recommendations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Alim Darmenov</dc:creator>
  <cp:lastModifiedBy>Alim Darmenov</cp:lastModifiedBy>
  <cp:revision>11</cp:revision>
  <dcterms:created xsi:type="dcterms:W3CDTF">2026-04-08T15:37:56Z</dcterms:created>
  <dcterms:modified xsi:type="dcterms:W3CDTF">2026-04-14T23:13:51Z</dcterms:modified>
</cp:coreProperties>
</file>